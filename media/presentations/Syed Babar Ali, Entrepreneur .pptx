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1" r:id="rId9"/>
    <p:sldId id="269" r:id="rId10"/>
    <p:sldId id="266" r:id="rId11"/>
    <p:sldId id="265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9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208520" y="0"/>
            <a:ext cx="11079480" cy="10274935"/>
          </a:xfrm>
          <a:custGeom>
            <a:avLst/>
            <a:gdLst/>
            <a:ahLst/>
            <a:cxnLst/>
            <a:rect l="l" t="t" r="r" b="b"/>
            <a:pathLst>
              <a:path w="11079480" h="10274935">
                <a:moveTo>
                  <a:pt x="800100" y="7302881"/>
                </a:moveTo>
                <a:lnTo>
                  <a:pt x="654558" y="7175881"/>
                </a:lnTo>
                <a:lnTo>
                  <a:pt x="757682" y="7086981"/>
                </a:lnTo>
                <a:lnTo>
                  <a:pt x="735965" y="7061581"/>
                </a:lnTo>
                <a:lnTo>
                  <a:pt x="715899" y="7036181"/>
                </a:lnTo>
                <a:lnTo>
                  <a:pt x="697103" y="7010781"/>
                </a:lnTo>
                <a:lnTo>
                  <a:pt x="678815" y="6985381"/>
                </a:lnTo>
                <a:lnTo>
                  <a:pt x="678307" y="6972681"/>
                </a:lnTo>
                <a:lnTo>
                  <a:pt x="684149" y="6959981"/>
                </a:lnTo>
                <a:lnTo>
                  <a:pt x="693293" y="6934581"/>
                </a:lnTo>
                <a:lnTo>
                  <a:pt x="703072" y="6909181"/>
                </a:lnTo>
                <a:lnTo>
                  <a:pt x="653796" y="6934581"/>
                </a:lnTo>
                <a:lnTo>
                  <a:pt x="632333" y="6934581"/>
                </a:lnTo>
                <a:lnTo>
                  <a:pt x="618236" y="6947281"/>
                </a:lnTo>
                <a:lnTo>
                  <a:pt x="604774" y="6985381"/>
                </a:lnTo>
                <a:lnTo>
                  <a:pt x="592455" y="7010781"/>
                </a:lnTo>
                <a:lnTo>
                  <a:pt x="575818" y="7074281"/>
                </a:lnTo>
                <a:lnTo>
                  <a:pt x="672719" y="7328281"/>
                </a:lnTo>
                <a:lnTo>
                  <a:pt x="800100" y="7302881"/>
                </a:lnTo>
                <a:close/>
              </a:path>
              <a:path w="11079480" h="10274935">
                <a:moveTo>
                  <a:pt x="11079353" y="0"/>
                </a:moveTo>
                <a:lnTo>
                  <a:pt x="4854575" y="0"/>
                </a:lnTo>
                <a:lnTo>
                  <a:pt x="4854575" y="10008095"/>
                </a:lnTo>
                <a:lnTo>
                  <a:pt x="4812157" y="10033495"/>
                </a:lnTo>
                <a:lnTo>
                  <a:pt x="4278884" y="9728683"/>
                </a:lnTo>
                <a:lnTo>
                  <a:pt x="4303141" y="9690583"/>
                </a:lnTo>
                <a:lnTo>
                  <a:pt x="4703064" y="9715983"/>
                </a:lnTo>
                <a:lnTo>
                  <a:pt x="4711192" y="9766783"/>
                </a:lnTo>
                <a:lnTo>
                  <a:pt x="4723892" y="9817583"/>
                </a:lnTo>
                <a:lnTo>
                  <a:pt x="4745863" y="9855683"/>
                </a:lnTo>
                <a:lnTo>
                  <a:pt x="4781804" y="9893783"/>
                </a:lnTo>
                <a:lnTo>
                  <a:pt x="4836414" y="9906495"/>
                </a:lnTo>
                <a:lnTo>
                  <a:pt x="4843526" y="9919195"/>
                </a:lnTo>
                <a:lnTo>
                  <a:pt x="4847844" y="9944595"/>
                </a:lnTo>
                <a:lnTo>
                  <a:pt x="4850892" y="9969995"/>
                </a:lnTo>
                <a:lnTo>
                  <a:pt x="4854575" y="10008095"/>
                </a:lnTo>
                <a:lnTo>
                  <a:pt x="4854575" y="0"/>
                </a:lnTo>
                <a:lnTo>
                  <a:pt x="3437509" y="0"/>
                </a:lnTo>
                <a:lnTo>
                  <a:pt x="3289681" y="38100"/>
                </a:lnTo>
                <a:lnTo>
                  <a:pt x="3254629" y="46558"/>
                </a:lnTo>
                <a:lnTo>
                  <a:pt x="3254629" y="1104900"/>
                </a:lnTo>
                <a:lnTo>
                  <a:pt x="3254629" y="1320927"/>
                </a:lnTo>
                <a:lnTo>
                  <a:pt x="3216275" y="1295400"/>
                </a:lnTo>
                <a:lnTo>
                  <a:pt x="3179572" y="1270000"/>
                </a:lnTo>
                <a:lnTo>
                  <a:pt x="3153156" y="1257300"/>
                </a:lnTo>
                <a:lnTo>
                  <a:pt x="3145536" y="1244600"/>
                </a:lnTo>
                <a:lnTo>
                  <a:pt x="3161284" y="1206500"/>
                </a:lnTo>
                <a:lnTo>
                  <a:pt x="3180334" y="1168400"/>
                </a:lnTo>
                <a:lnTo>
                  <a:pt x="3194685" y="1143000"/>
                </a:lnTo>
                <a:lnTo>
                  <a:pt x="3201797" y="1130300"/>
                </a:lnTo>
                <a:lnTo>
                  <a:pt x="3224276" y="1092200"/>
                </a:lnTo>
                <a:lnTo>
                  <a:pt x="3254629" y="1104900"/>
                </a:lnTo>
                <a:lnTo>
                  <a:pt x="3254629" y="46558"/>
                </a:lnTo>
                <a:lnTo>
                  <a:pt x="3236976" y="50800"/>
                </a:lnTo>
                <a:lnTo>
                  <a:pt x="3121406" y="76200"/>
                </a:lnTo>
                <a:lnTo>
                  <a:pt x="3122041" y="88900"/>
                </a:lnTo>
                <a:lnTo>
                  <a:pt x="3123819" y="114300"/>
                </a:lnTo>
                <a:lnTo>
                  <a:pt x="3127375" y="139700"/>
                </a:lnTo>
                <a:lnTo>
                  <a:pt x="3074162" y="152400"/>
                </a:lnTo>
                <a:lnTo>
                  <a:pt x="3026283" y="165100"/>
                </a:lnTo>
                <a:lnTo>
                  <a:pt x="2993390" y="184632"/>
                </a:lnTo>
                <a:lnTo>
                  <a:pt x="2993390" y="1295400"/>
                </a:lnTo>
                <a:lnTo>
                  <a:pt x="2992501" y="1346327"/>
                </a:lnTo>
                <a:lnTo>
                  <a:pt x="2985008" y="1384427"/>
                </a:lnTo>
                <a:lnTo>
                  <a:pt x="2971038" y="1422527"/>
                </a:lnTo>
                <a:lnTo>
                  <a:pt x="2950337" y="1460627"/>
                </a:lnTo>
                <a:lnTo>
                  <a:pt x="2922905" y="1486027"/>
                </a:lnTo>
                <a:lnTo>
                  <a:pt x="2888742" y="1524127"/>
                </a:lnTo>
                <a:lnTo>
                  <a:pt x="2847848" y="1549527"/>
                </a:lnTo>
                <a:lnTo>
                  <a:pt x="2800096" y="1574927"/>
                </a:lnTo>
                <a:lnTo>
                  <a:pt x="2581402" y="1701927"/>
                </a:lnTo>
                <a:lnTo>
                  <a:pt x="2537841" y="1740027"/>
                </a:lnTo>
                <a:lnTo>
                  <a:pt x="2406142" y="1816227"/>
                </a:lnTo>
                <a:lnTo>
                  <a:pt x="2242439" y="1905127"/>
                </a:lnTo>
                <a:lnTo>
                  <a:pt x="2206117" y="1854327"/>
                </a:lnTo>
                <a:lnTo>
                  <a:pt x="2957576" y="1143000"/>
                </a:lnTo>
                <a:lnTo>
                  <a:pt x="2975991" y="1193800"/>
                </a:lnTo>
                <a:lnTo>
                  <a:pt x="2987929" y="1244600"/>
                </a:lnTo>
                <a:lnTo>
                  <a:pt x="2993390" y="1295400"/>
                </a:lnTo>
                <a:lnTo>
                  <a:pt x="2993390" y="184632"/>
                </a:lnTo>
                <a:lnTo>
                  <a:pt x="2983484" y="190500"/>
                </a:lnTo>
                <a:lnTo>
                  <a:pt x="2946019" y="203200"/>
                </a:lnTo>
                <a:lnTo>
                  <a:pt x="2913888" y="228600"/>
                </a:lnTo>
                <a:lnTo>
                  <a:pt x="2887218" y="254000"/>
                </a:lnTo>
                <a:lnTo>
                  <a:pt x="2865882" y="292100"/>
                </a:lnTo>
                <a:lnTo>
                  <a:pt x="2850007" y="317500"/>
                </a:lnTo>
                <a:lnTo>
                  <a:pt x="2839720" y="355600"/>
                </a:lnTo>
                <a:lnTo>
                  <a:pt x="2835021" y="393700"/>
                </a:lnTo>
                <a:lnTo>
                  <a:pt x="2836037" y="431800"/>
                </a:lnTo>
                <a:lnTo>
                  <a:pt x="2842641" y="469900"/>
                </a:lnTo>
                <a:lnTo>
                  <a:pt x="2855087" y="508000"/>
                </a:lnTo>
                <a:lnTo>
                  <a:pt x="2873248" y="546100"/>
                </a:lnTo>
                <a:lnTo>
                  <a:pt x="2897378" y="584200"/>
                </a:lnTo>
                <a:lnTo>
                  <a:pt x="2927350" y="622300"/>
                </a:lnTo>
                <a:lnTo>
                  <a:pt x="2852801" y="698500"/>
                </a:lnTo>
                <a:lnTo>
                  <a:pt x="2815336" y="723900"/>
                </a:lnTo>
                <a:lnTo>
                  <a:pt x="2740279" y="800100"/>
                </a:lnTo>
                <a:lnTo>
                  <a:pt x="2627503" y="901700"/>
                </a:lnTo>
                <a:lnTo>
                  <a:pt x="2514981" y="1016000"/>
                </a:lnTo>
                <a:lnTo>
                  <a:pt x="2477643" y="1041400"/>
                </a:lnTo>
                <a:lnTo>
                  <a:pt x="2329561" y="1193800"/>
                </a:lnTo>
                <a:lnTo>
                  <a:pt x="2292985" y="1219200"/>
                </a:lnTo>
                <a:lnTo>
                  <a:pt x="2220468" y="1295400"/>
                </a:lnTo>
                <a:lnTo>
                  <a:pt x="2149094" y="1371727"/>
                </a:lnTo>
                <a:lnTo>
                  <a:pt x="2078863" y="1447927"/>
                </a:lnTo>
                <a:lnTo>
                  <a:pt x="2044192" y="1486027"/>
                </a:lnTo>
                <a:lnTo>
                  <a:pt x="1975866" y="1562227"/>
                </a:lnTo>
                <a:lnTo>
                  <a:pt x="1942211" y="1600327"/>
                </a:lnTo>
                <a:lnTo>
                  <a:pt x="1908937" y="1638427"/>
                </a:lnTo>
                <a:lnTo>
                  <a:pt x="1876044" y="1676527"/>
                </a:lnTo>
                <a:lnTo>
                  <a:pt x="1843532" y="1714627"/>
                </a:lnTo>
                <a:lnTo>
                  <a:pt x="1811528" y="1752727"/>
                </a:lnTo>
                <a:lnTo>
                  <a:pt x="1779905" y="1790827"/>
                </a:lnTo>
                <a:lnTo>
                  <a:pt x="1748790" y="1828927"/>
                </a:lnTo>
                <a:lnTo>
                  <a:pt x="1718056" y="1867027"/>
                </a:lnTo>
                <a:lnTo>
                  <a:pt x="1687957" y="1917827"/>
                </a:lnTo>
                <a:lnTo>
                  <a:pt x="1684274" y="1922551"/>
                </a:lnTo>
                <a:lnTo>
                  <a:pt x="1684274" y="3162427"/>
                </a:lnTo>
                <a:lnTo>
                  <a:pt x="1680591" y="3213227"/>
                </a:lnTo>
                <a:lnTo>
                  <a:pt x="1671447" y="3238627"/>
                </a:lnTo>
                <a:lnTo>
                  <a:pt x="1655699" y="3264027"/>
                </a:lnTo>
                <a:lnTo>
                  <a:pt x="1632585" y="3276727"/>
                </a:lnTo>
                <a:lnTo>
                  <a:pt x="1560195" y="3276727"/>
                </a:lnTo>
                <a:lnTo>
                  <a:pt x="1509141" y="3264027"/>
                </a:lnTo>
                <a:lnTo>
                  <a:pt x="1636395" y="3010027"/>
                </a:lnTo>
                <a:lnTo>
                  <a:pt x="1678813" y="3022727"/>
                </a:lnTo>
                <a:lnTo>
                  <a:pt x="1683385" y="3098927"/>
                </a:lnTo>
                <a:lnTo>
                  <a:pt x="1684274" y="3162427"/>
                </a:lnTo>
                <a:lnTo>
                  <a:pt x="1684274" y="1922551"/>
                </a:lnTo>
                <a:lnTo>
                  <a:pt x="1658239" y="1955927"/>
                </a:lnTo>
                <a:lnTo>
                  <a:pt x="1629156" y="1994027"/>
                </a:lnTo>
                <a:lnTo>
                  <a:pt x="1600708" y="2032127"/>
                </a:lnTo>
                <a:lnTo>
                  <a:pt x="1572641" y="2070227"/>
                </a:lnTo>
                <a:lnTo>
                  <a:pt x="1545336" y="2121027"/>
                </a:lnTo>
                <a:lnTo>
                  <a:pt x="1518539" y="2159127"/>
                </a:lnTo>
                <a:lnTo>
                  <a:pt x="1492504" y="2197227"/>
                </a:lnTo>
                <a:lnTo>
                  <a:pt x="1466977" y="2248027"/>
                </a:lnTo>
                <a:lnTo>
                  <a:pt x="1442212" y="2286127"/>
                </a:lnTo>
                <a:lnTo>
                  <a:pt x="1418082" y="2336927"/>
                </a:lnTo>
                <a:lnTo>
                  <a:pt x="1394714" y="2375027"/>
                </a:lnTo>
                <a:lnTo>
                  <a:pt x="1371981" y="2425827"/>
                </a:lnTo>
                <a:lnTo>
                  <a:pt x="1350010" y="2463927"/>
                </a:lnTo>
                <a:lnTo>
                  <a:pt x="1328928" y="2514727"/>
                </a:lnTo>
                <a:lnTo>
                  <a:pt x="1308481" y="2552827"/>
                </a:lnTo>
                <a:lnTo>
                  <a:pt x="1288923" y="2603627"/>
                </a:lnTo>
                <a:lnTo>
                  <a:pt x="1270127" y="2654427"/>
                </a:lnTo>
                <a:lnTo>
                  <a:pt x="1252220" y="2692527"/>
                </a:lnTo>
                <a:lnTo>
                  <a:pt x="1235202" y="2743327"/>
                </a:lnTo>
                <a:lnTo>
                  <a:pt x="1218946" y="2794127"/>
                </a:lnTo>
                <a:lnTo>
                  <a:pt x="1203706" y="2844927"/>
                </a:lnTo>
                <a:lnTo>
                  <a:pt x="1189228" y="2883027"/>
                </a:lnTo>
                <a:lnTo>
                  <a:pt x="1175766" y="2933827"/>
                </a:lnTo>
                <a:lnTo>
                  <a:pt x="1161923" y="2984627"/>
                </a:lnTo>
                <a:lnTo>
                  <a:pt x="1147572" y="3035427"/>
                </a:lnTo>
                <a:lnTo>
                  <a:pt x="1103503" y="3187827"/>
                </a:lnTo>
                <a:lnTo>
                  <a:pt x="1074547" y="3289427"/>
                </a:lnTo>
                <a:lnTo>
                  <a:pt x="1060704" y="3340227"/>
                </a:lnTo>
                <a:lnTo>
                  <a:pt x="1046734" y="3378327"/>
                </a:lnTo>
                <a:lnTo>
                  <a:pt x="1024128" y="3416427"/>
                </a:lnTo>
                <a:lnTo>
                  <a:pt x="994029" y="3441827"/>
                </a:lnTo>
                <a:lnTo>
                  <a:pt x="957834" y="3467227"/>
                </a:lnTo>
                <a:lnTo>
                  <a:pt x="916940" y="3479927"/>
                </a:lnTo>
                <a:lnTo>
                  <a:pt x="872744" y="3479927"/>
                </a:lnTo>
                <a:lnTo>
                  <a:pt x="822833" y="3492627"/>
                </a:lnTo>
                <a:lnTo>
                  <a:pt x="773684" y="3492627"/>
                </a:lnTo>
                <a:lnTo>
                  <a:pt x="725678" y="3505327"/>
                </a:lnTo>
                <a:lnTo>
                  <a:pt x="679577" y="3530727"/>
                </a:lnTo>
                <a:lnTo>
                  <a:pt x="636143" y="3556127"/>
                </a:lnTo>
                <a:lnTo>
                  <a:pt x="595757" y="3581527"/>
                </a:lnTo>
                <a:lnTo>
                  <a:pt x="559308" y="3619627"/>
                </a:lnTo>
                <a:lnTo>
                  <a:pt x="527304" y="3670427"/>
                </a:lnTo>
                <a:lnTo>
                  <a:pt x="503301" y="3695827"/>
                </a:lnTo>
                <a:lnTo>
                  <a:pt x="460629" y="3710648"/>
                </a:lnTo>
                <a:lnTo>
                  <a:pt x="460629" y="5042154"/>
                </a:lnTo>
                <a:lnTo>
                  <a:pt x="369697" y="4965954"/>
                </a:lnTo>
                <a:lnTo>
                  <a:pt x="272796" y="5080254"/>
                </a:lnTo>
                <a:lnTo>
                  <a:pt x="210439" y="5004054"/>
                </a:lnTo>
                <a:lnTo>
                  <a:pt x="208661" y="5001895"/>
                </a:lnTo>
                <a:lnTo>
                  <a:pt x="221996" y="4991354"/>
                </a:lnTo>
                <a:lnTo>
                  <a:pt x="253619" y="4965954"/>
                </a:lnTo>
                <a:lnTo>
                  <a:pt x="296164" y="4940554"/>
                </a:lnTo>
                <a:lnTo>
                  <a:pt x="334010" y="4915154"/>
                </a:lnTo>
                <a:lnTo>
                  <a:pt x="367411" y="4915154"/>
                </a:lnTo>
                <a:lnTo>
                  <a:pt x="396621" y="4927854"/>
                </a:lnTo>
                <a:lnTo>
                  <a:pt x="421767" y="4953254"/>
                </a:lnTo>
                <a:lnTo>
                  <a:pt x="442976" y="4991354"/>
                </a:lnTo>
                <a:lnTo>
                  <a:pt x="460629" y="5042154"/>
                </a:lnTo>
                <a:lnTo>
                  <a:pt x="460629" y="3710648"/>
                </a:lnTo>
                <a:lnTo>
                  <a:pt x="430149" y="3721227"/>
                </a:lnTo>
                <a:lnTo>
                  <a:pt x="406146" y="3721227"/>
                </a:lnTo>
                <a:lnTo>
                  <a:pt x="357632" y="3695827"/>
                </a:lnTo>
                <a:lnTo>
                  <a:pt x="319278" y="3695827"/>
                </a:lnTo>
                <a:lnTo>
                  <a:pt x="288290" y="3721227"/>
                </a:lnTo>
                <a:lnTo>
                  <a:pt x="261620" y="3746627"/>
                </a:lnTo>
                <a:lnTo>
                  <a:pt x="236474" y="3772027"/>
                </a:lnTo>
                <a:lnTo>
                  <a:pt x="205486" y="3797427"/>
                </a:lnTo>
                <a:lnTo>
                  <a:pt x="175006" y="3835527"/>
                </a:lnTo>
                <a:lnTo>
                  <a:pt x="143510" y="3873754"/>
                </a:lnTo>
                <a:lnTo>
                  <a:pt x="109093" y="3899154"/>
                </a:lnTo>
                <a:lnTo>
                  <a:pt x="68199" y="3937254"/>
                </a:lnTo>
                <a:lnTo>
                  <a:pt x="54610" y="3962654"/>
                </a:lnTo>
                <a:lnTo>
                  <a:pt x="30734" y="4000754"/>
                </a:lnTo>
                <a:lnTo>
                  <a:pt x="13716" y="4038854"/>
                </a:lnTo>
                <a:lnTo>
                  <a:pt x="3556" y="4076954"/>
                </a:lnTo>
                <a:lnTo>
                  <a:pt x="0" y="4115054"/>
                </a:lnTo>
                <a:lnTo>
                  <a:pt x="3048" y="4165854"/>
                </a:lnTo>
                <a:lnTo>
                  <a:pt x="12700" y="4203954"/>
                </a:lnTo>
                <a:lnTo>
                  <a:pt x="28829" y="4242054"/>
                </a:lnTo>
                <a:lnTo>
                  <a:pt x="51308" y="4280154"/>
                </a:lnTo>
                <a:lnTo>
                  <a:pt x="80137" y="4318254"/>
                </a:lnTo>
                <a:lnTo>
                  <a:pt x="115189" y="4343654"/>
                </a:lnTo>
                <a:lnTo>
                  <a:pt x="18288" y="4381754"/>
                </a:lnTo>
                <a:lnTo>
                  <a:pt x="242443" y="4483354"/>
                </a:lnTo>
                <a:lnTo>
                  <a:pt x="163703" y="4635754"/>
                </a:lnTo>
                <a:lnTo>
                  <a:pt x="72771" y="4508754"/>
                </a:lnTo>
                <a:lnTo>
                  <a:pt x="36449" y="4508754"/>
                </a:lnTo>
                <a:lnTo>
                  <a:pt x="34036" y="4559554"/>
                </a:lnTo>
                <a:lnTo>
                  <a:pt x="35687" y="4610354"/>
                </a:lnTo>
                <a:lnTo>
                  <a:pt x="40640" y="4661154"/>
                </a:lnTo>
                <a:lnTo>
                  <a:pt x="48514" y="4724654"/>
                </a:lnTo>
                <a:lnTo>
                  <a:pt x="67945" y="4775454"/>
                </a:lnTo>
                <a:lnTo>
                  <a:pt x="90170" y="4813554"/>
                </a:lnTo>
                <a:lnTo>
                  <a:pt x="115824" y="4864354"/>
                </a:lnTo>
                <a:lnTo>
                  <a:pt x="145542" y="4902454"/>
                </a:lnTo>
                <a:lnTo>
                  <a:pt x="156718" y="4927854"/>
                </a:lnTo>
                <a:lnTo>
                  <a:pt x="171323" y="4953254"/>
                </a:lnTo>
                <a:lnTo>
                  <a:pt x="188087" y="4978654"/>
                </a:lnTo>
                <a:lnTo>
                  <a:pt x="197739" y="4992243"/>
                </a:lnTo>
                <a:lnTo>
                  <a:pt x="48514" y="5054854"/>
                </a:lnTo>
                <a:lnTo>
                  <a:pt x="509143" y="5308854"/>
                </a:lnTo>
                <a:lnTo>
                  <a:pt x="597789" y="5080254"/>
                </a:lnTo>
                <a:lnTo>
                  <a:pt x="612521" y="5042154"/>
                </a:lnTo>
                <a:lnTo>
                  <a:pt x="661797" y="4915154"/>
                </a:lnTo>
                <a:lnTo>
                  <a:pt x="666750" y="4902454"/>
                </a:lnTo>
                <a:lnTo>
                  <a:pt x="687578" y="4965954"/>
                </a:lnTo>
                <a:lnTo>
                  <a:pt x="700405" y="5029454"/>
                </a:lnTo>
                <a:lnTo>
                  <a:pt x="705866" y="5080254"/>
                </a:lnTo>
                <a:lnTo>
                  <a:pt x="704596" y="5131054"/>
                </a:lnTo>
                <a:lnTo>
                  <a:pt x="696976" y="5181854"/>
                </a:lnTo>
                <a:lnTo>
                  <a:pt x="683768" y="5219954"/>
                </a:lnTo>
                <a:lnTo>
                  <a:pt x="665353" y="5258054"/>
                </a:lnTo>
                <a:lnTo>
                  <a:pt x="599059" y="5321554"/>
                </a:lnTo>
                <a:lnTo>
                  <a:pt x="572262" y="5359654"/>
                </a:lnTo>
                <a:lnTo>
                  <a:pt x="559816" y="5397754"/>
                </a:lnTo>
                <a:lnTo>
                  <a:pt x="559816" y="5435854"/>
                </a:lnTo>
                <a:lnTo>
                  <a:pt x="569849" y="5461254"/>
                </a:lnTo>
                <a:lnTo>
                  <a:pt x="587756" y="5499354"/>
                </a:lnTo>
                <a:lnTo>
                  <a:pt x="611251" y="5524754"/>
                </a:lnTo>
                <a:lnTo>
                  <a:pt x="666750" y="5600954"/>
                </a:lnTo>
                <a:lnTo>
                  <a:pt x="406146" y="5766054"/>
                </a:lnTo>
                <a:lnTo>
                  <a:pt x="1097026" y="5956554"/>
                </a:lnTo>
                <a:lnTo>
                  <a:pt x="1187958" y="6248654"/>
                </a:lnTo>
                <a:lnTo>
                  <a:pt x="1150620" y="6299454"/>
                </a:lnTo>
                <a:lnTo>
                  <a:pt x="1114933" y="6337554"/>
                </a:lnTo>
                <a:lnTo>
                  <a:pt x="1080770" y="6375654"/>
                </a:lnTo>
                <a:lnTo>
                  <a:pt x="1047750" y="6413754"/>
                </a:lnTo>
                <a:lnTo>
                  <a:pt x="1016000" y="6451981"/>
                </a:lnTo>
                <a:lnTo>
                  <a:pt x="985012" y="6490081"/>
                </a:lnTo>
                <a:lnTo>
                  <a:pt x="954786" y="6515481"/>
                </a:lnTo>
                <a:lnTo>
                  <a:pt x="925195" y="6553581"/>
                </a:lnTo>
                <a:lnTo>
                  <a:pt x="866775" y="6617081"/>
                </a:lnTo>
                <a:lnTo>
                  <a:pt x="854837" y="6629781"/>
                </a:lnTo>
                <a:lnTo>
                  <a:pt x="844804" y="6655181"/>
                </a:lnTo>
                <a:lnTo>
                  <a:pt x="833501" y="6680581"/>
                </a:lnTo>
                <a:lnTo>
                  <a:pt x="818261" y="6680581"/>
                </a:lnTo>
                <a:lnTo>
                  <a:pt x="758571" y="6705981"/>
                </a:lnTo>
                <a:lnTo>
                  <a:pt x="727329" y="6731381"/>
                </a:lnTo>
                <a:lnTo>
                  <a:pt x="714248" y="6756781"/>
                </a:lnTo>
                <a:lnTo>
                  <a:pt x="709168" y="6807581"/>
                </a:lnTo>
                <a:lnTo>
                  <a:pt x="708152" y="6832981"/>
                </a:lnTo>
                <a:lnTo>
                  <a:pt x="704088" y="6883781"/>
                </a:lnTo>
                <a:lnTo>
                  <a:pt x="703072" y="6909181"/>
                </a:lnTo>
                <a:lnTo>
                  <a:pt x="736727" y="6909181"/>
                </a:lnTo>
                <a:lnTo>
                  <a:pt x="772033" y="6896481"/>
                </a:lnTo>
                <a:lnTo>
                  <a:pt x="806196" y="6896481"/>
                </a:lnTo>
                <a:lnTo>
                  <a:pt x="869315" y="6934581"/>
                </a:lnTo>
                <a:lnTo>
                  <a:pt x="898525" y="6959981"/>
                </a:lnTo>
                <a:lnTo>
                  <a:pt x="923798" y="6998081"/>
                </a:lnTo>
                <a:lnTo>
                  <a:pt x="944880" y="7048881"/>
                </a:lnTo>
                <a:lnTo>
                  <a:pt x="961390" y="7099681"/>
                </a:lnTo>
                <a:lnTo>
                  <a:pt x="972947" y="7137781"/>
                </a:lnTo>
                <a:lnTo>
                  <a:pt x="979297" y="7188581"/>
                </a:lnTo>
                <a:lnTo>
                  <a:pt x="980059" y="7239381"/>
                </a:lnTo>
                <a:lnTo>
                  <a:pt x="974979" y="7290181"/>
                </a:lnTo>
                <a:lnTo>
                  <a:pt x="963676" y="7328281"/>
                </a:lnTo>
                <a:lnTo>
                  <a:pt x="953516" y="7353681"/>
                </a:lnTo>
                <a:lnTo>
                  <a:pt x="941705" y="7366381"/>
                </a:lnTo>
                <a:lnTo>
                  <a:pt x="928751" y="7391781"/>
                </a:lnTo>
                <a:lnTo>
                  <a:pt x="915162" y="7417181"/>
                </a:lnTo>
                <a:lnTo>
                  <a:pt x="994029" y="7556881"/>
                </a:lnTo>
                <a:lnTo>
                  <a:pt x="854583" y="7633081"/>
                </a:lnTo>
                <a:lnTo>
                  <a:pt x="990092" y="7633081"/>
                </a:lnTo>
                <a:lnTo>
                  <a:pt x="1030351" y="7658481"/>
                </a:lnTo>
                <a:lnTo>
                  <a:pt x="1066292" y="7683881"/>
                </a:lnTo>
                <a:lnTo>
                  <a:pt x="1096899" y="7721981"/>
                </a:lnTo>
                <a:lnTo>
                  <a:pt x="1121283" y="7760081"/>
                </a:lnTo>
                <a:lnTo>
                  <a:pt x="1132840" y="7810881"/>
                </a:lnTo>
                <a:lnTo>
                  <a:pt x="1133983" y="7861681"/>
                </a:lnTo>
                <a:lnTo>
                  <a:pt x="1128649" y="7912481"/>
                </a:lnTo>
                <a:lnTo>
                  <a:pt x="1121029" y="7963281"/>
                </a:lnTo>
                <a:lnTo>
                  <a:pt x="1115187" y="8026781"/>
                </a:lnTo>
                <a:lnTo>
                  <a:pt x="1128014" y="8064881"/>
                </a:lnTo>
                <a:lnTo>
                  <a:pt x="1145540" y="8090281"/>
                </a:lnTo>
                <a:lnTo>
                  <a:pt x="1166114" y="8128381"/>
                </a:lnTo>
                <a:lnTo>
                  <a:pt x="1188212" y="8166481"/>
                </a:lnTo>
                <a:lnTo>
                  <a:pt x="1210056" y="8191881"/>
                </a:lnTo>
                <a:lnTo>
                  <a:pt x="1230249" y="8229981"/>
                </a:lnTo>
                <a:lnTo>
                  <a:pt x="1247140" y="8268081"/>
                </a:lnTo>
                <a:lnTo>
                  <a:pt x="1258951" y="8306181"/>
                </a:lnTo>
                <a:lnTo>
                  <a:pt x="1264158" y="8356981"/>
                </a:lnTo>
                <a:lnTo>
                  <a:pt x="1261237" y="8395081"/>
                </a:lnTo>
                <a:lnTo>
                  <a:pt x="1248537" y="8445881"/>
                </a:lnTo>
                <a:lnTo>
                  <a:pt x="1249680" y="8458581"/>
                </a:lnTo>
                <a:lnTo>
                  <a:pt x="1253109" y="8471281"/>
                </a:lnTo>
                <a:lnTo>
                  <a:pt x="1258697" y="8483981"/>
                </a:lnTo>
                <a:lnTo>
                  <a:pt x="1266698" y="8483981"/>
                </a:lnTo>
                <a:lnTo>
                  <a:pt x="1316101" y="8509381"/>
                </a:lnTo>
                <a:lnTo>
                  <a:pt x="1365377" y="8522081"/>
                </a:lnTo>
                <a:lnTo>
                  <a:pt x="1464056" y="8572881"/>
                </a:lnTo>
                <a:lnTo>
                  <a:pt x="1513459" y="8585581"/>
                </a:lnTo>
                <a:lnTo>
                  <a:pt x="1562862" y="8610981"/>
                </a:lnTo>
                <a:lnTo>
                  <a:pt x="1612138" y="8623681"/>
                </a:lnTo>
                <a:lnTo>
                  <a:pt x="1644015" y="8636381"/>
                </a:lnTo>
                <a:lnTo>
                  <a:pt x="1739392" y="8636381"/>
                </a:lnTo>
                <a:lnTo>
                  <a:pt x="1833372" y="8661781"/>
                </a:lnTo>
                <a:lnTo>
                  <a:pt x="1880870" y="8661781"/>
                </a:lnTo>
                <a:lnTo>
                  <a:pt x="2021840" y="8623681"/>
                </a:lnTo>
                <a:lnTo>
                  <a:pt x="2068576" y="8598281"/>
                </a:lnTo>
                <a:lnTo>
                  <a:pt x="2115185" y="8585581"/>
                </a:lnTo>
                <a:lnTo>
                  <a:pt x="2208530" y="8534781"/>
                </a:lnTo>
                <a:lnTo>
                  <a:pt x="2255647" y="8522081"/>
                </a:lnTo>
                <a:lnTo>
                  <a:pt x="2303018" y="8496681"/>
                </a:lnTo>
                <a:lnTo>
                  <a:pt x="2311273" y="8534781"/>
                </a:lnTo>
                <a:lnTo>
                  <a:pt x="2319020" y="8560181"/>
                </a:lnTo>
                <a:lnTo>
                  <a:pt x="2327783" y="8598281"/>
                </a:lnTo>
                <a:lnTo>
                  <a:pt x="2339467" y="8610981"/>
                </a:lnTo>
                <a:lnTo>
                  <a:pt x="2393188" y="8623681"/>
                </a:lnTo>
                <a:lnTo>
                  <a:pt x="2435606" y="8636381"/>
                </a:lnTo>
                <a:lnTo>
                  <a:pt x="2468499" y="8661781"/>
                </a:lnTo>
                <a:lnTo>
                  <a:pt x="2493772" y="8699881"/>
                </a:lnTo>
                <a:lnTo>
                  <a:pt x="2512949" y="8737981"/>
                </a:lnTo>
                <a:lnTo>
                  <a:pt x="2527935" y="8776081"/>
                </a:lnTo>
                <a:lnTo>
                  <a:pt x="2540635" y="8814181"/>
                </a:lnTo>
                <a:lnTo>
                  <a:pt x="2552573" y="8864981"/>
                </a:lnTo>
                <a:lnTo>
                  <a:pt x="2565781" y="8903081"/>
                </a:lnTo>
                <a:lnTo>
                  <a:pt x="2581910" y="8941181"/>
                </a:lnTo>
                <a:lnTo>
                  <a:pt x="2593467" y="8979281"/>
                </a:lnTo>
                <a:lnTo>
                  <a:pt x="2594610" y="9030144"/>
                </a:lnTo>
                <a:lnTo>
                  <a:pt x="2589276" y="9080944"/>
                </a:lnTo>
                <a:lnTo>
                  <a:pt x="2581656" y="9144457"/>
                </a:lnTo>
                <a:lnTo>
                  <a:pt x="2575814" y="9207957"/>
                </a:lnTo>
                <a:lnTo>
                  <a:pt x="2757678" y="9119044"/>
                </a:lnTo>
                <a:lnTo>
                  <a:pt x="2787904" y="9144457"/>
                </a:lnTo>
                <a:lnTo>
                  <a:pt x="2630297" y="9423870"/>
                </a:lnTo>
                <a:lnTo>
                  <a:pt x="2703068" y="9550870"/>
                </a:lnTo>
                <a:lnTo>
                  <a:pt x="2714879" y="9576270"/>
                </a:lnTo>
                <a:lnTo>
                  <a:pt x="2725039" y="9601670"/>
                </a:lnTo>
                <a:lnTo>
                  <a:pt x="2751582" y="9639770"/>
                </a:lnTo>
                <a:lnTo>
                  <a:pt x="2842006" y="9690583"/>
                </a:lnTo>
                <a:lnTo>
                  <a:pt x="2888107" y="9715983"/>
                </a:lnTo>
                <a:lnTo>
                  <a:pt x="2982214" y="9741383"/>
                </a:lnTo>
                <a:lnTo>
                  <a:pt x="3078734" y="9741383"/>
                </a:lnTo>
                <a:lnTo>
                  <a:pt x="3127883" y="9754083"/>
                </a:lnTo>
                <a:lnTo>
                  <a:pt x="3177540" y="9754083"/>
                </a:lnTo>
                <a:lnTo>
                  <a:pt x="3227959" y="9741383"/>
                </a:lnTo>
                <a:lnTo>
                  <a:pt x="3371088" y="9741383"/>
                </a:lnTo>
                <a:lnTo>
                  <a:pt x="3417951" y="9728683"/>
                </a:lnTo>
                <a:lnTo>
                  <a:pt x="3560699" y="9728683"/>
                </a:lnTo>
                <a:lnTo>
                  <a:pt x="3656457" y="9754083"/>
                </a:lnTo>
                <a:lnTo>
                  <a:pt x="3751580" y="9804883"/>
                </a:lnTo>
                <a:lnTo>
                  <a:pt x="3792220" y="9830283"/>
                </a:lnTo>
                <a:lnTo>
                  <a:pt x="3833241" y="9868383"/>
                </a:lnTo>
                <a:lnTo>
                  <a:pt x="4000754" y="9969995"/>
                </a:lnTo>
                <a:lnTo>
                  <a:pt x="4043299" y="10008095"/>
                </a:lnTo>
                <a:lnTo>
                  <a:pt x="4472686" y="10262108"/>
                </a:lnTo>
                <a:lnTo>
                  <a:pt x="4498594" y="10274808"/>
                </a:lnTo>
                <a:lnTo>
                  <a:pt x="11079353" y="10274808"/>
                </a:lnTo>
                <a:lnTo>
                  <a:pt x="11079353" y="10033495"/>
                </a:lnTo>
                <a:lnTo>
                  <a:pt x="11079353" y="9690583"/>
                </a:lnTo>
                <a:lnTo>
                  <a:pt x="11079353" y="1092200"/>
                </a:lnTo>
                <a:lnTo>
                  <a:pt x="11079353" y="0"/>
                </a:lnTo>
                <a:close/>
              </a:path>
            </a:pathLst>
          </a:custGeom>
          <a:solidFill>
            <a:srgbClr val="0096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7011" y="752982"/>
            <a:ext cx="9701530" cy="10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5394" y="2549225"/>
            <a:ext cx="12541885" cy="527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4063" y="-10026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285"/>
              <a:ext cx="12981432" cy="102687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33360" y="0"/>
              <a:ext cx="10454640" cy="10238740"/>
            </a:xfrm>
            <a:custGeom>
              <a:avLst/>
              <a:gdLst/>
              <a:ahLst/>
              <a:cxnLst/>
              <a:rect l="l" t="t" r="r" b="b"/>
              <a:pathLst>
                <a:path w="10454640" h="10238740">
                  <a:moveTo>
                    <a:pt x="771779" y="6961505"/>
                  </a:moveTo>
                  <a:lnTo>
                    <a:pt x="631444" y="6834505"/>
                  </a:lnTo>
                  <a:lnTo>
                    <a:pt x="730885" y="6758305"/>
                  </a:lnTo>
                  <a:lnTo>
                    <a:pt x="709930" y="6732905"/>
                  </a:lnTo>
                  <a:lnTo>
                    <a:pt x="690626" y="6707505"/>
                  </a:lnTo>
                  <a:lnTo>
                    <a:pt x="672465" y="6682105"/>
                  </a:lnTo>
                  <a:lnTo>
                    <a:pt x="654812" y="6656705"/>
                  </a:lnTo>
                  <a:lnTo>
                    <a:pt x="654304" y="6644005"/>
                  </a:lnTo>
                  <a:lnTo>
                    <a:pt x="659892" y="6631305"/>
                  </a:lnTo>
                  <a:lnTo>
                    <a:pt x="668782" y="6605905"/>
                  </a:lnTo>
                  <a:lnTo>
                    <a:pt x="678180" y="6593205"/>
                  </a:lnTo>
                  <a:lnTo>
                    <a:pt x="654685" y="6593205"/>
                  </a:lnTo>
                  <a:lnTo>
                    <a:pt x="630682" y="6605905"/>
                  </a:lnTo>
                  <a:lnTo>
                    <a:pt x="609981" y="6605905"/>
                  </a:lnTo>
                  <a:lnTo>
                    <a:pt x="596265" y="6618605"/>
                  </a:lnTo>
                  <a:lnTo>
                    <a:pt x="583311" y="6656705"/>
                  </a:lnTo>
                  <a:lnTo>
                    <a:pt x="571373" y="6682105"/>
                  </a:lnTo>
                  <a:lnTo>
                    <a:pt x="555371" y="6745605"/>
                  </a:lnTo>
                  <a:lnTo>
                    <a:pt x="648970" y="6986905"/>
                  </a:lnTo>
                  <a:lnTo>
                    <a:pt x="771779" y="6961505"/>
                  </a:lnTo>
                  <a:close/>
                </a:path>
                <a:path w="10454640" h="10238740">
                  <a:moveTo>
                    <a:pt x="10454627" y="0"/>
                  </a:moveTo>
                  <a:lnTo>
                    <a:pt x="4686046" y="0"/>
                  </a:lnTo>
                  <a:lnTo>
                    <a:pt x="4686046" y="9577794"/>
                  </a:lnTo>
                  <a:lnTo>
                    <a:pt x="4645152" y="9590494"/>
                  </a:lnTo>
                  <a:lnTo>
                    <a:pt x="4152646" y="9311081"/>
                  </a:lnTo>
                  <a:lnTo>
                    <a:pt x="4130167" y="9298381"/>
                  </a:lnTo>
                  <a:lnTo>
                    <a:pt x="4153662" y="9260281"/>
                  </a:lnTo>
                  <a:lnTo>
                    <a:pt x="4539742" y="9298381"/>
                  </a:lnTo>
                  <a:lnTo>
                    <a:pt x="4547489" y="9336481"/>
                  </a:lnTo>
                  <a:lnTo>
                    <a:pt x="4559808" y="9387294"/>
                  </a:lnTo>
                  <a:lnTo>
                    <a:pt x="4581017" y="9425394"/>
                  </a:lnTo>
                  <a:lnTo>
                    <a:pt x="4615815" y="9463494"/>
                  </a:lnTo>
                  <a:lnTo>
                    <a:pt x="4668520" y="9476194"/>
                  </a:lnTo>
                  <a:lnTo>
                    <a:pt x="4675378" y="9488894"/>
                  </a:lnTo>
                  <a:lnTo>
                    <a:pt x="4679442" y="9514294"/>
                  </a:lnTo>
                  <a:lnTo>
                    <a:pt x="4682490" y="9539694"/>
                  </a:lnTo>
                  <a:lnTo>
                    <a:pt x="4686046" y="9577794"/>
                  </a:lnTo>
                  <a:lnTo>
                    <a:pt x="4686046" y="0"/>
                  </a:lnTo>
                  <a:lnTo>
                    <a:pt x="3141472" y="0"/>
                  </a:lnTo>
                  <a:lnTo>
                    <a:pt x="3141472" y="979424"/>
                  </a:lnTo>
                  <a:lnTo>
                    <a:pt x="3141472" y="1182624"/>
                  </a:lnTo>
                  <a:lnTo>
                    <a:pt x="3104388" y="1169924"/>
                  </a:lnTo>
                  <a:lnTo>
                    <a:pt x="3068955" y="1144524"/>
                  </a:lnTo>
                  <a:lnTo>
                    <a:pt x="3043555" y="1119124"/>
                  </a:lnTo>
                  <a:lnTo>
                    <a:pt x="3036062" y="1106424"/>
                  </a:lnTo>
                  <a:lnTo>
                    <a:pt x="3051302" y="1068324"/>
                  </a:lnTo>
                  <a:lnTo>
                    <a:pt x="3069717" y="1042924"/>
                  </a:lnTo>
                  <a:lnTo>
                    <a:pt x="3083560" y="1017524"/>
                  </a:lnTo>
                  <a:lnTo>
                    <a:pt x="3090418" y="1004824"/>
                  </a:lnTo>
                  <a:lnTo>
                    <a:pt x="3112135" y="966724"/>
                  </a:lnTo>
                  <a:lnTo>
                    <a:pt x="3141472" y="979424"/>
                  </a:lnTo>
                  <a:lnTo>
                    <a:pt x="3141472" y="0"/>
                  </a:lnTo>
                  <a:lnTo>
                    <a:pt x="3013379" y="0"/>
                  </a:lnTo>
                  <a:lnTo>
                    <a:pt x="3013456" y="1524"/>
                  </a:lnTo>
                  <a:lnTo>
                    <a:pt x="3015107" y="26924"/>
                  </a:lnTo>
                  <a:lnTo>
                    <a:pt x="3018536" y="52324"/>
                  </a:lnTo>
                  <a:lnTo>
                    <a:pt x="2964053" y="65024"/>
                  </a:lnTo>
                  <a:lnTo>
                    <a:pt x="2915158" y="77724"/>
                  </a:lnTo>
                  <a:lnTo>
                    <a:pt x="2889250" y="93014"/>
                  </a:lnTo>
                  <a:lnTo>
                    <a:pt x="2889250" y="1169924"/>
                  </a:lnTo>
                  <a:lnTo>
                    <a:pt x="2888361" y="1208024"/>
                  </a:lnTo>
                  <a:lnTo>
                    <a:pt x="2881249" y="1246124"/>
                  </a:lnTo>
                  <a:lnTo>
                    <a:pt x="2867660" y="1284351"/>
                  </a:lnTo>
                  <a:lnTo>
                    <a:pt x="2847594" y="1322451"/>
                  </a:lnTo>
                  <a:lnTo>
                    <a:pt x="2821178" y="1347851"/>
                  </a:lnTo>
                  <a:lnTo>
                    <a:pt x="2788285" y="1385951"/>
                  </a:lnTo>
                  <a:lnTo>
                    <a:pt x="2748788" y="1411351"/>
                  </a:lnTo>
                  <a:lnTo>
                    <a:pt x="2702560" y="1436751"/>
                  </a:lnTo>
                  <a:lnTo>
                    <a:pt x="2322322" y="1665351"/>
                  </a:lnTo>
                  <a:lnTo>
                    <a:pt x="2164334" y="1754251"/>
                  </a:lnTo>
                  <a:lnTo>
                    <a:pt x="2129282" y="1703451"/>
                  </a:lnTo>
                  <a:lnTo>
                    <a:pt x="2854706" y="1017524"/>
                  </a:lnTo>
                  <a:lnTo>
                    <a:pt x="2872359" y="1068324"/>
                  </a:lnTo>
                  <a:lnTo>
                    <a:pt x="2883916" y="1119124"/>
                  </a:lnTo>
                  <a:lnTo>
                    <a:pt x="2889250" y="1169924"/>
                  </a:lnTo>
                  <a:lnTo>
                    <a:pt x="2889250" y="93014"/>
                  </a:lnTo>
                  <a:lnTo>
                    <a:pt x="2872105" y="103124"/>
                  </a:lnTo>
                  <a:lnTo>
                    <a:pt x="2834767" y="115824"/>
                  </a:lnTo>
                  <a:lnTo>
                    <a:pt x="2803398" y="141224"/>
                  </a:lnTo>
                  <a:lnTo>
                    <a:pt x="2777871" y="179324"/>
                  </a:lnTo>
                  <a:lnTo>
                    <a:pt x="2758313" y="204724"/>
                  </a:lnTo>
                  <a:lnTo>
                    <a:pt x="2744851" y="242824"/>
                  </a:lnTo>
                  <a:lnTo>
                    <a:pt x="2737612" y="280924"/>
                  </a:lnTo>
                  <a:lnTo>
                    <a:pt x="2736469" y="319024"/>
                  </a:lnTo>
                  <a:lnTo>
                    <a:pt x="2741549" y="357124"/>
                  </a:lnTo>
                  <a:lnTo>
                    <a:pt x="2752852" y="395224"/>
                  </a:lnTo>
                  <a:lnTo>
                    <a:pt x="2770632" y="433324"/>
                  </a:lnTo>
                  <a:lnTo>
                    <a:pt x="2794762" y="471424"/>
                  </a:lnTo>
                  <a:lnTo>
                    <a:pt x="2825496" y="522224"/>
                  </a:lnTo>
                  <a:lnTo>
                    <a:pt x="2789555" y="547624"/>
                  </a:lnTo>
                  <a:lnTo>
                    <a:pt x="2717419" y="623824"/>
                  </a:lnTo>
                  <a:lnTo>
                    <a:pt x="2681097" y="649224"/>
                  </a:lnTo>
                  <a:lnTo>
                    <a:pt x="2644902" y="687324"/>
                  </a:lnTo>
                  <a:lnTo>
                    <a:pt x="2536063" y="788924"/>
                  </a:lnTo>
                  <a:lnTo>
                    <a:pt x="2499741" y="827024"/>
                  </a:lnTo>
                  <a:lnTo>
                    <a:pt x="2463546" y="852424"/>
                  </a:lnTo>
                  <a:lnTo>
                    <a:pt x="2391283" y="928624"/>
                  </a:lnTo>
                  <a:lnTo>
                    <a:pt x="2355342" y="954024"/>
                  </a:lnTo>
                  <a:lnTo>
                    <a:pt x="2248408" y="1068324"/>
                  </a:lnTo>
                  <a:lnTo>
                    <a:pt x="2213102" y="1093724"/>
                  </a:lnTo>
                  <a:lnTo>
                    <a:pt x="2108454" y="1208024"/>
                  </a:lnTo>
                  <a:lnTo>
                    <a:pt x="2074164" y="1233424"/>
                  </a:lnTo>
                  <a:lnTo>
                    <a:pt x="2040128" y="1271524"/>
                  </a:lnTo>
                  <a:lnTo>
                    <a:pt x="2006346" y="1309751"/>
                  </a:lnTo>
                  <a:lnTo>
                    <a:pt x="1937766" y="1385951"/>
                  </a:lnTo>
                  <a:lnTo>
                    <a:pt x="1903984" y="1424051"/>
                  </a:lnTo>
                  <a:lnTo>
                    <a:pt x="1870583" y="1462151"/>
                  </a:lnTo>
                  <a:lnTo>
                    <a:pt x="1837563" y="1500251"/>
                  </a:lnTo>
                  <a:lnTo>
                    <a:pt x="1772793" y="1576451"/>
                  </a:lnTo>
                  <a:lnTo>
                    <a:pt x="1741043" y="1614551"/>
                  </a:lnTo>
                  <a:lnTo>
                    <a:pt x="1709801" y="1652651"/>
                  </a:lnTo>
                  <a:lnTo>
                    <a:pt x="1678940" y="1690751"/>
                  </a:lnTo>
                  <a:lnTo>
                    <a:pt x="1648587" y="1728851"/>
                  </a:lnTo>
                  <a:lnTo>
                    <a:pt x="1625473" y="1768373"/>
                  </a:lnTo>
                  <a:lnTo>
                    <a:pt x="1625473" y="2960751"/>
                  </a:lnTo>
                  <a:lnTo>
                    <a:pt x="1621917" y="3011551"/>
                  </a:lnTo>
                  <a:lnTo>
                    <a:pt x="1613027" y="3049651"/>
                  </a:lnTo>
                  <a:lnTo>
                    <a:pt x="1597914" y="3062351"/>
                  </a:lnTo>
                  <a:lnTo>
                    <a:pt x="1575562" y="3075051"/>
                  </a:lnTo>
                  <a:lnTo>
                    <a:pt x="1545082" y="3087751"/>
                  </a:lnTo>
                  <a:lnTo>
                    <a:pt x="1505712" y="3075051"/>
                  </a:lnTo>
                  <a:lnTo>
                    <a:pt x="1456309" y="3062351"/>
                  </a:lnTo>
                  <a:lnTo>
                    <a:pt x="1579245" y="2821051"/>
                  </a:lnTo>
                  <a:lnTo>
                    <a:pt x="1620139" y="2833751"/>
                  </a:lnTo>
                  <a:lnTo>
                    <a:pt x="1624584" y="2909951"/>
                  </a:lnTo>
                  <a:lnTo>
                    <a:pt x="1625473" y="2960751"/>
                  </a:lnTo>
                  <a:lnTo>
                    <a:pt x="1625473" y="1768373"/>
                  </a:lnTo>
                  <a:lnTo>
                    <a:pt x="1618869" y="1779651"/>
                  </a:lnTo>
                  <a:lnTo>
                    <a:pt x="1589532" y="1817751"/>
                  </a:lnTo>
                  <a:lnTo>
                    <a:pt x="1560830" y="1855851"/>
                  </a:lnTo>
                  <a:lnTo>
                    <a:pt x="1532763" y="1893951"/>
                  </a:lnTo>
                  <a:lnTo>
                    <a:pt x="1505204" y="1932051"/>
                  </a:lnTo>
                  <a:lnTo>
                    <a:pt x="1478280" y="1982851"/>
                  </a:lnTo>
                  <a:lnTo>
                    <a:pt x="1451991" y="2020951"/>
                  </a:lnTo>
                  <a:lnTo>
                    <a:pt x="1426464" y="2059051"/>
                  </a:lnTo>
                  <a:lnTo>
                    <a:pt x="1401572" y="2109851"/>
                  </a:lnTo>
                  <a:lnTo>
                    <a:pt x="1377315" y="2147951"/>
                  </a:lnTo>
                  <a:lnTo>
                    <a:pt x="1353820" y="2198751"/>
                  </a:lnTo>
                  <a:lnTo>
                    <a:pt x="1330960" y="2236851"/>
                  </a:lnTo>
                  <a:lnTo>
                    <a:pt x="1308989" y="2274951"/>
                  </a:lnTo>
                  <a:lnTo>
                    <a:pt x="1287653" y="2325751"/>
                  </a:lnTo>
                  <a:lnTo>
                    <a:pt x="1267206" y="2376551"/>
                  </a:lnTo>
                  <a:lnTo>
                    <a:pt x="1247648" y="2414651"/>
                  </a:lnTo>
                  <a:lnTo>
                    <a:pt x="1228852" y="2465451"/>
                  </a:lnTo>
                  <a:lnTo>
                    <a:pt x="1210818" y="2516251"/>
                  </a:lnTo>
                  <a:lnTo>
                    <a:pt x="1193800" y="2554351"/>
                  </a:lnTo>
                  <a:lnTo>
                    <a:pt x="1177544" y="2605151"/>
                  </a:lnTo>
                  <a:lnTo>
                    <a:pt x="1162304" y="2655951"/>
                  </a:lnTo>
                  <a:lnTo>
                    <a:pt x="1147953" y="2706751"/>
                  </a:lnTo>
                  <a:lnTo>
                    <a:pt x="1134618" y="2744851"/>
                  </a:lnTo>
                  <a:lnTo>
                    <a:pt x="1121156" y="2795651"/>
                  </a:lnTo>
                  <a:lnTo>
                    <a:pt x="1107313" y="2846451"/>
                  </a:lnTo>
                  <a:lnTo>
                    <a:pt x="1093216" y="2897251"/>
                  </a:lnTo>
                  <a:lnTo>
                    <a:pt x="1064768" y="2986151"/>
                  </a:lnTo>
                  <a:lnTo>
                    <a:pt x="1050671" y="3036951"/>
                  </a:lnTo>
                  <a:lnTo>
                    <a:pt x="1036828" y="3087751"/>
                  </a:lnTo>
                  <a:lnTo>
                    <a:pt x="1023366" y="3138551"/>
                  </a:lnTo>
                  <a:lnTo>
                    <a:pt x="1006221" y="3189351"/>
                  </a:lnTo>
                  <a:lnTo>
                    <a:pt x="977265" y="3227451"/>
                  </a:lnTo>
                  <a:lnTo>
                    <a:pt x="938784" y="3252851"/>
                  </a:lnTo>
                  <a:lnTo>
                    <a:pt x="892937" y="3278251"/>
                  </a:lnTo>
                  <a:lnTo>
                    <a:pt x="793877" y="3278251"/>
                  </a:lnTo>
                  <a:lnTo>
                    <a:pt x="700024" y="3303651"/>
                  </a:lnTo>
                  <a:lnTo>
                    <a:pt x="655574" y="3316351"/>
                  </a:lnTo>
                  <a:lnTo>
                    <a:pt x="613537" y="3341751"/>
                  </a:lnTo>
                  <a:lnTo>
                    <a:pt x="574675" y="3367151"/>
                  </a:lnTo>
                  <a:lnTo>
                    <a:pt x="539369" y="3405251"/>
                  </a:lnTo>
                  <a:lnTo>
                    <a:pt x="508508" y="3456051"/>
                  </a:lnTo>
                  <a:lnTo>
                    <a:pt x="485267" y="3481451"/>
                  </a:lnTo>
                  <a:lnTo>
                    <a:pt x="414782" y="3506851"/>
                  </a:lnTo>
                  <a:lnTo>
                    <a:pt x="391541" y="3506851"/>
                  </a:lnTo>
                  <a:lnTo>
                    <a:pt x="344678" y="3481451"/>
                  </a:lnTo>
                  <a:lnTo>
                    <a:pt x="307721" y="3481451"/>
                  </a:lnTo>
                  <a:lnTo>
                    <a:pt x="277749" y="3506851"/>
                  </a:lnTo>
                  <a:lnTo>
                    <a:pt x="252095" y="3532251"/>
                  </a:lnTo>
                  <a:lnTo>
                    <a:pt x="227711" y="3557651"/>
                  </a:lnTo>
                  <a:lnTo>
                    <a:pt x="197739" y="3583051"/>
                  </a:lnTo>
                  <a:lnTo>
                    <a:pt x="168402" y="3621151"/>
                  </a:lnTo>
                  <a:lnTo>
                    <a:pt x="138049" y="3646551"/>
                  </a:lnTo>
                  <a:lnTo>
                    <a:pt x="104775" y="3684651"/>
                  </a:lnTo>
                  <a:lnTo>
                    <a:pt x="91694" y="3697351"/>
                  </a:lnTo>
                  <a:lnTo>
                    <a:pt x="78486" y="3697351"/>
                  </a:lnTo>
                  <a:lnTo>
                    <a:pt x="65278" y="3722751"/>
                  </a:lnTo>
                  <a:lnTo>
                    <a:pt x="27051" y="3773551"/>
                  </a:lnTo>
                  <a:lnTo>
                    <a:pt x="10033" y="3824351"/>
                  </a:lnTo>
                  <a:lnTo>
                    <a:pt x="1016" y="3862578"/>
                  </a:lnTo>
                  <a:lnTo>
                    <a:pt x="0" y="3913378"/>
                  </a:lnTo>
                  <a:lnTo>
                    <a:pt x="6858" y="3951478"/>
                  </a:lnTo>
                  <a:lnTo>
                    <a:pt x="21336" y="4002278"/>
                  </a:lnTo>
                  <a:lnTo>
                    <a:pt x="43688" y="4040378"/>
                  </a:lnTo>
                  <a:lnTo>
                    <a:pt x="73406" y="4078478"/>
                  </a:lnTo>
                  <a:lnTo>
                    <a:pt x="110617" y="4103878"/>
                  </a:lnTo>
                  <a:lnTo>
                    <a:pt x="17018" y="4141978"/>
                  </a:lnTo>
                  <a:lnTo>
                    <a:pt x="233553" y="4243578"/>
                  </a:lnTo>
                  <a:lnTo>
                    <a:pt x="157480" y="4395978"/>
                  </a:lnTo>
                  <a:lnTo>
                    <a:pt x="69723" y="4268978"/>
                  </a:lnTo>
                  <a:lnTo>
                    <a:pt x="34671" y="4268978"/>
                  </a:lnTo>
                  <a:lnTo>
                    <a:pt x="32385" y="4319778"/>
                  </a:lnTo>
                  <a:lnTo>
                    <a:pt x="33909" y="4370578"/>
                  </a:lnTo>
                  <a:lnTo>
                    <a:pt x="38735" y="4421378"/>
                  </a:lnTo>
                  <a:lnTo>
                    <a:pt x="46355" y="4472178"/>
                  </a:lnTo>
                  <a:lnTo>
                    <a:pt x="65024" y="4522978"/>
                  </a:lnTo>
                  <a:lnTo>
                    <a:pt x="86487" y="4561078"/>
                  </a:lnTo>
                  <a:lnTo>
                    <a:pt x="111379" y="4611878"/>
                  </a:lnTo>
                  <a:lnTo>
                    <a:pt x="139954" y="4649978"/>
                  </a:lnTo>
                  <a:lnTo>
                    <a:pt x="150749" y="4675378"/>
                  </a:lnTo>
                  <a:lnTo>
                    <a:pt x="164846" y="4700778"/>
                  </a:lnTo>
                  <a:lnTo>
                    <a:pt x="181102" y="4713478"/>
                  </a:lnTo>
                  <a:lnTo>
                    <a:pt x="198501" y="4738878"/>
                  </a:lnTo>
                  <a:lnTo>
                    <a:pt x="244221" y="4700778"/>
                  </a:lnTo>
                  <a:lnTo>
                    <a:pt x="285369" y="4675378"/>
                  </a:lnTo>
                  <a:lnTo>
                    <a:pt x="321945" y="4662678"/>
                  </a:lnTo>
                  <a:lnTo>
                    <a:pt x="354203" y="4662678"/>
                  </a:lnTo>
                  <a:lnTo>
                    <a:pt x="382397" y="4675378"/>
                  </a:lnTo>
                  <a:lnTo>
                    <a:pt x="406654" y="4700778"/>
                  </a:lnTo>
                  <a:lnTo>
                    <a:pt x="427101" y="4726178"/>
                  </a:lnTo>
                  <a:lnTo>
                    <a:pt x="444119" y="4776978"/>
                  </a:lnTo>
                  <a:lnTo>
                    <a:pt x="356362" y="4713478"/>
                  </a:lnTo>
                  <a:lnTo>
                    <a:pt x="262763" y="4827778"/>
                  </a:lnTo>
                  <a:lnTo>
                    <a:pt x="192532" y="4738878"/>
                  </a:lnTo>
                  <a:lnTo>
                    <a:pt x="46355" y="4802378"/>
                  </a:lnTo>
                  <a:lnTo>
                    <a:pt x="490982" y="5043678"/>
                  </a:lnTo>
                  <a:lnTo>
                    <a:pt x="574421" y="4827778"/>
                  </a:lnTo>
                  <a:lnTo>
                    <a:pt x="593979" y="4776978"/>
                  </a:lnTo>
                  <a:lnTo>
                    <a:pt x="638175" y="4662678"/>
                  </a:lnTo>
                  <a:lnTo>
                    <a:pt x="643128" y="4649978"/>
                  </a:lnTo>
                  <a:lnTo>
                    <a:pt x="663194" y="4713478"/>
                  </a:lnTo>
                  <a:lnTo>
                    <a:pt x="675640" y="4764278"/>
                  </a:lnTo>
                  <a:lnTo>
                    <a:pt x="680974" y="4815078"/>
                  </a:lnTo>
                  <a:lnTo>
                    <a:pt x="679704" y="4865878"/>
                  </a:lnTo>
                  <a:lnTo>
                    <a:pt x="672338" y="4916678"/>
                  </a:lnTo>
                  <a:lnTo>
                    <a:pt x="659511" y="4954778"/>
                  </a:lnTo>
                  <a:lnTo>
                    <a:pt x="641858" y="4992878"/>
                  </a:lnTo>
                  <a:lnTo>
                    <a:pt x="577723" y="5056378"/>
                  </a:lnTo>
                  <a:lnTo>
                    <a:pt x="551815" y="5094478"/>
                  </a:lnTo>
                  <a:lnTo>
                    <a:pt x="540004" y="5119878"/>
                  </a:lnTo>
                  <a:lnTo>
                    <a:pt x="539877" y="5157978"/>
                  </a:lnTo>
                  <a:lnTo>
                    <a:pt x="549529" y="5196078"/>
                  </a:lnTo>
                  <a:lnTo>
                    <a:pt x="566801" y="5221478"/>
                  </a:lnTo>
                  <a:lnTo>
                    <a:pt x="589534" y="5246878"/>
                  </a:lnTo>
                  <a:lnTo>
                    <a:pt x="643128" y="5323078"/>
                  </a:lnTo>
                  <a:lnTo>
                    <a:pt x="391541" y="5488178"/>
                  </a:lnTo>
                  <a:lnTo>
                    <a:pt x="1058545" y="5653278"/>
                  </a:lnTo>
                  <a:lnTo>
                    <a:pt x="1146302" y="5945378"/>
                  </a:lnTo>
                  <a:lnTo>
                    <a:pt x="1106424" y="5996178"/>
                  </a:lnTo>
                  <a:lnTo>
                    <a:pt x="1068324" y="6034278"/>
                  </a:lnTo>
                  <a:lnTo>
                    <a:pt x="1032129" y="6085078"/>
                  </a:lnTo>
                  <a:lnTo>
                    <a:pt x="997204" y="6123178"/>
                  </a:lnTo>
                  <a:lnTo>
                    <a:pt x="963549" y="6161278"/>
                  </a:lnTo>
                  <a:lnTo>
                    <a:pt x="930910" y="6199378"/>
                  </a:lnTo>
                  <a:lnTo>
                    <a:pt x="898906" y="6237478"/>
                  </a:lnTo>
                  <a:lnTo>
                    <a:pt x="836168" y="6300978"/>
                  </a:lnTo>
                  <a:lnTo>
                    <a:pt x="824738" y="6313678"/>
                  </a:lnTo>
                  <a:lnTo>
                    <a:pt x="814959" y="6339078"/>
                  </a:lnTo>
                  <a:lnTo>
                    <a:pt x="804037" y="6351778"/>
                  </a:lnTo>
                  <a:lnTo>
                    <a:pt x="789432" y="6364478"/>
                  </a:lnTo>
                  <a:lnTo>
                    <a:pt x="731774" y="6389878"/>
                  </a:lnTo>
                  <a:lnTo>
                    <a:pt x="701675" y="6415278"/>
                  </a:lnTo>
                  <a:lnTo>
                    <a:pt x="688975" y="6440805"/>
                  </a:lnTo>
                  <a:lnTo>
                    <a:pt x="684022" y="6491605"/>
                  </a:lnTo>
                  <a:lnTo>
                    <a:pt x="683133" y="6517005"/>
                  </a:lnTo>
                  <a:lnTo>
                    <a:pt x="679069" y="6567805"/>
                  </a:lnTo>
                  <a:lnTo>
                    <a:pt x="678180" y="6593205"/>
                  </a:lnTo>
                  <a:lnTo>
                    <a:pt x="710692" y="6580505"/>
                  </a:lnTo>
                  <a:lnTo>
                    <a:pt x="744728" y="6580505"/>
                  </a:lnTo>
                  <a:lnTo>
                    <a:pt x="777748" y="6567805"/>
                  </a:lnTo>
                  <a:lnTo>
                    <a:pt x="806958" y="6580505"/>
                  </a:lnTo>
                  <a:lnTo>
                    <a:pt x="838581" y="6605905"/>
                  </a:lnTo>
                  <a:lnTo>
                    <a:pt x="866902" y="6631305"/>
                  </a:lnTo>
                  <a:lnTo>
                    <a:pt x="891286" y="6669405"/>
                  </a:lnTo>
                  <a:lnTo>
                    <a:pt x="911733" y="6720205"/>
                  </a:lnTo>
                  <a:lnTo>
                    <a:pt x="927608" y="6758305"/>
                  </a:lnTo>
                  <a:lnTo>
                    <a:pt x="938784" y="6809105"/>
                  </a:lnTo>
                  <a:lnTo>
                    <a:pt x="944880" y="6859905"/>
                  </a:lnTo>
                  <a:lnTo>
                    <a:pt x="945642" y="6898005"/>
                  </a:lnTo>
                  <a:lnTo>
                    <a:pt x="940689" y="6948805"/>
                  </a:lnTo>
                  <a:lnTo>
                    <a:pt x="929767" y="6986905"/>
                  </a:lnTo>
                  <a:lnTo>
                    <a:pt x="919988" y="7012305"/>
                  </a:lnTo>
                  <a:lnTo>
                    <a:pt x="908558" y="7025005"/>
                  </a:lnTo>
                  <a:lnTo>
                    <a:pt x="896112" y="7050405"/>
                  </a:lnTo>
                  <a:lnTo>
                    <a:pt x="883031" y="7063105"/>
                  </a:lnTo>
                  <a:lnTo>
                    <a:pt x="959104" y="7202805"/>
                  </a:lnTo>
                  <a:lnTo>
                    <a:pt x="824484" y="7291705"/>
                  </a:lnTo>
                  <a:lnTo>
                    <a:pt x="869442" y="7279005"/>
                  </a:lnTo>
                  <a:lnTo>
                    <a:pt x="913384" y="7279005"/>
                  </a:lnTo>
                  <a:lnTo>
                    <a:pt x="955294" y="7291705"/>
                  </a:lnTo>
                  <a:lnTo>
                    <a:pt x="994156" y="7304405"/>
                  </a:lnTo>
                  <a:lnTo>
                    <a:pt x="1028827" y="7329805"/>
                  </a:lnTo>
                  <a:lnTo>
                    <a:pt x="1058418" y="7367905"/>
                  </a:lnTo>
                  <a:lnTo>
                    <a:pt x="1081913" y="7406005"/>
                  </a:lnTo>
                  <a:lnTo>
                    <a:pt x="1093089" y="7444105"/>
                  </a:lnTo>
                  <a:lnTo>
                    <a:pt x="1094232" y="7494905"/>
                  </a:lnTo>
                  <a:lnTo>
                    <a:pt x="1089025" y="7545705"/>
                  </a:lnTo>
                  <a:lnTo>
                    <a:pt x="1081786" y="7609205"/>
                  </a:lnTo>
                  <a:lnTo>
                    <a:pt x="1076071" y="7660005"/>
                  </a:lnTo>
                  <a:lnTo>
                    <a:pt x="1089914" y="7698105"/>
                  </a:lnTo>
                  <a:lnTo>
                    <a:pt x="1109091" y="7736205"/>
                  </a:lnTo>
                  <a:lnTo>
                    <a:pt x="1131570" y="7774305"/>
                  </a:lnTo>
                  <a:lnTo>
                    <a:pt x="1155065" y="7799705"/>
                  </a:lnTo>
                  <a:lnTo>
                    <a:pt x="1177671" y="7837805"/>
                  </a:lnTo>
                  <a:lnTo>
                    <a:pt x="1197356" y="7875905"/>
                  </a:lnTo>
                  <a:lnTo>
                    <a:pt x="1211961" y="7926705"/>
                  </a:lnTo>
                  <a:lnTo>
                    <a:pt x="1219454" y="7964805"/>
                  </a:lnTo>
                  <a:lnTo>
                    <a:pt x="1217803" y="8015605"/>
                  </a:lnTo>
                  <a:lnTo>
                    <a:pt x="1204722" y="8066405"/>
                  </a:lnTo>
                  <a:lnTo>
                    <a:pt x="1205865" y="8079105"/>
                  </a:lnTo>
                  <a:lnTo>
                    <a:pt x="1209167" y="8091805"/>
                  </a:lnTo>
                  <a:lnTo>
                    <a:pt x="1214628" y="8104505"/>
                  </a:lnTo>
                  <a:lnTo>
                    <a:pt x="1222375" y="8104505"/>
                  </a:lnTo>
                  <a:lnTo>
                    <a:pt x="1270000" y="8129905"/>
                  </a:lnTo>
                  <a:lnTo>
                    <a:pt x="1317625" y="8142605"/>
                  </a:lnTo>
                  <a:lnTo>
                    <a:pt x="1365250" y="8168005"/>
                  </a:lnTo>
                  <a:lnTo>
                    <a:pt x="1412875" y="8180705"/>
                  </a:lnTo>
                  <a:lnTo>
                    <a:pt x="1460500" y="8206105"/>
                  </a:lnTo>
                  <a:lnTo>
                    <a:pt x="1508125" y="8218805"/>
                  </a:lnTo>
                  <a:lnTo>
                    <a:pt x="1555877" y="8244205"/>
                  </a:lnTo>
                  <a:lnTo>
                    <a:pt x="1586484" y="8244205"/>
                  </a:lnTo>
                  <a:lnTo>
                    <a:pt x="1617218" y="8256905"/>
                  </a:lnTo>
                  <a:lnTo>
                    <a:pt x="1678686" y="8256905"/>
                  </a:lnTo>
                  <a:lnTo>
                    <a:pt x="1723517" y="8269605"/>
                  </a:lnTo>
                  <a:lnTo>
                    <a:pt x="1860042" y="8269605"/>
                  </a:lnTo>
                  <a:lnTo>
                    <a:pt x="1905889" y="8256905"/>
                  </a:lnTo>
                  <a:lnTo>
                    <a:pt x="1951355" y="8231505"/>
                  </a:lnTo>
                  <a:lnTo>
                    <a:pt x="1996440" y="8218805"/>
                  </a:lnTo>
                  <a:lnTo>
                    <a:pt x="2041398" y="8193405"/>
                  </a:lnTo>
                  <a:lnTo>
                    <a:pt x="2086483" y="8180705"/>
                  </a:lnTo>
                  <a:lnTo>
                    <a:pt x="2131568" y="8155305"/>
                  </a:lnTo>
                  <a:lnTo>
                    <a:pt x="2177034" y="8142605"/>
                  </a:lnTo>
                  <a:lnTo>
                    <a:pt x="2222881" y="8117205"/>
                  </a:lnTo>
                  <a:lnTo>
                    <a:pt x="2230755" y="8142605"/>
                  </a:lnTo>
                  <a:lnTo>
                    <a:pt x="2238248" y="8180705"/>
                  </a:lnTo>
                  <a:lnTo>
                    <a:pt x="2246630" y="8206105"/>
                  </a:lnTo>
                  <a:lnTo>
                    <a:pt x="2257933" y="8218805"/>
                  </a:lnTo>
                  <a:lnTo>
                    <a:pt x="2309876" y="8231505"/>
                  </a:lnTo>
                  <a:lnTo>
                    <a:pt x="2350770" y="8256905"/>
                  </a:lnTo>
                  <a:lnTo>
                    <a:pt x="2406904" y="8307705"/>
                  </a:lnTo>
                  <a:lnTo>
                    <a:pt x="2425446" y="8345805"/>
                  </a:lnTo>
                  <a:lnTo>
                    <a:pt x="2439924" y="8383905"/>
                  </a:lnTo>
                  <a:lnTo>
                    <a:pt x="2452116" y="8422005"/>
                  </a:lnTo>
                  <a:lnTo>
                    <a:pt x="2463673" y="8472805"/>
                  </a:lnTo>
                  <a:lnTo>
                    <a:pt x="2476373" y="8510905"/>
                  </a:lnTo>
                  <a:lnTo>
                    <a:pt x="2491994" y="8549005"/>
                  </a:lnTo>
                  <a:lnTo>
                    <a:pt x="2503170" y="8587105"/>
                  </a:lnTo>
                  <a:lnTo>
                    <a:pt x="2504186" y="8625205"/>
                  </a:lnTo>
                  <a:lnTo>
                    <a:pt x="2499106" y="8676005"/>
                  </a:lnTo>
                  <a:lnTo>
                    <a:pt x="2491740" y="8739505"/>
                  </a:lnTo>
                  <a:lnTo>
                    <a:pt x="2486152" y="8803005"/>
                  </a:lnTo>
                  <a:lnTo>
                    <a:pt x="2661666" y="8714105"/>
                  </a:lnTo>
                  <a:lnTo>
                    <a:pt x="2690876" y="8739505"/>
                  </a:lnTo>
                  <a:lnTo>
                    <a:pt x="2538730" y="9006332"/>
                  </a:lnTo>
                  <a:lnTo>
                    <a:pt x="2608961" y="9133281"/>
                  </a:lnTo>
                  <a:lnTo>
                    <a:pt x="2620391" y="9158681"/>
                  </a:lnTo>
                  <a:lnTo>
                    <a:pt x="2630170" y="9184081"/>
                  </a:lnTo>
                  <a:lnTo>
                    <a:pt x="2641092" y="9209481"/>
                  </a:lnTo>
                  <a:lnTo>
                    <a:pt x="2655824" y="9222181"/>
                  </a:lnTo>
                  <a:lnTo>
                    <a:pt x="2743073" y="9272981"/>
                  </a:lnTo>
                  <a:lnTo>
                    <a:pt x="2924683" y="9323781"/>
                  </a:lnTo>
                  <a:lnTo>
                    <a:pt x="3209036" y="9323781"/>
                  </a:lnTo>
                  <a:lnTo>
                    <a:pt x="3253867" y="9311081"/>
                  </a:lnTo>
                  <a:lnTo>
                    <a:pt x="3437001" y="9311081"/>
                  </a:lnTo>
                  <a:lnTo>
                    <a:pt x="3575431" y="9349181"/>
                  </a:lnTo>
                  <a:lnTo>
                    <a:pt x="3621151" y="9374581"/>
                  </a:lnTo>
                  <a:lnTo>
                    <a:pt x="3662680" y="9412694"/>
                  </a:lnTo>
                  <a:lnTo>
                    <a:pt x="3747135" y="9463494"/>
                  </a:lnTo>
                  <a:lnTo>
                    <a:pt x="3789807" y="9501594"/>
                  </a:lnTo>
                  <a:lnTo>
                    <a:pt x="4007358" y="9628594"/>
                  </a:lnTo>
                  <a:lnTo>
                    <a:pt x="4051300" y="9666707"/>
                  </a:lnTo>
                  <a:lnTo>
                    <a:pt x="4358386" y="9844507"/>
                  </a:lnTo>
                  <a:lnTo>
                    <a:pt x="4404360" y="9869907"/>
                  </a:lnTo>
                  <a:lnTo>
                    <a:pt x="4450842" y="9908019"/>
                  </a:lnTo>
                  <a:lnTo>
                    <a:pt x="4544314" y="9958819"/>
                  </a:lnTo>
                  <a:lnTo>
                    <a:pt x="4590923" y="9971519"/>
                  </a:lnTo>
                  <a:lnTo>
                    <a:pt x="4682998" y="10022319"/>
                  </a:lnTo>
                  <a:lnTo>
                    <a:pt x="4727956" y="10060419"/>
                  </a:lnTo>
                  <a:lnTo>
                    <a:pt x="4772025" y="10085819"/>
                  </a:lnTo>
                  <a:lnTo>
                    <a:pt x="4814697" y="10111219"/>
                  </a:lnTo>
                  <a:lnTo>
                    <a:pt x="4853051" y="10136619"/>
                  </a:lnTo>
                  <a:lnTo>
                    <a:pt x="4890262" y="10162032"/>
                  </a:lnTo>
                  <a:lnTo>
                    <a:pt x="4927219" y="10200132"/>
                  </a:lnTo>
                  <a:lnTo>
                    <a:pt x="4964557" y="10212832"/>
                  </a:lnTo>
                  <a:lnTo>
                    <a:pt x="5003165" y="10238232"/>
                  </a:lnTo>
                  <a:lnTo>
                    <a:pt x="6765671" y="10238232"/>
                  </a:lnTo>
                  <a:lnTo>
                    <a:pt x="6713728" y="10225532"/>
                  </a:lnTo>
                  <a:lnTo>
                    <a:pt x="6664452" y="10212832"/>
                  </a:lnTo>
                  <a:lnTo>
                    <a:pt x="6618351" y="10212832"/>
                  </a:lnTo>
                  <a:lnTo>
                    <a:pt x="6575679" y="10200132"/>
                  </a:lnTo>
                  <a:lnTo>
                    <a:pt x="6502400" y="10174732"/>
                  </a:lnTo>
                  <a:lnTo>
                    <a:pt x="6447409" y="10149332"/>
                  </a:lnTo>
                  <a:lnTo>
                    <a:pt x="6406261" y="10111219"/>
                  </a:lnTo>
                  <a:lnTo>
                    <a:pt x="6655562" y="10047719"/>
                  </a:lnTo>
                  <a:lnTo>
                    <a:pt x="6706108" y="10022319"/>
                  </a:lnTo>
                  <a:lnTo>
                    <a:pt x="6909308" y="9971519"/>
                  </a:lnTo>
                  <a:lnTo>
                    <a:pt x="6926961" y="9958819"/>
                  </a:lnTo>
                  <a:lnTo>
                    <a:pt x="6979539" y="9958819"/>
                  </a:lnTo>
                  <a:lnTo>
                    <a:pt x="7073138" y="9984219"/>
                  </a:lnTo>
                  <a:lnTo>
                    <a:pt x="7204583" y="9984219"/>
                  </a:lnTo>
                  <a:lnTo>
                    <a:pt x="7247001" y="9958819"/>
                  </a:lnTo>
                  <a:lnTo>
                    <a:pt x="7288911" y="9933419"/>
                  </a:lnTo>
                  <a:lnTo>
                    <a:pt x="7330694" y="9895319"/>
                  </a:lnTo>
                  <a:lnTo>
                    <a:pt x="7355459" y="9882607"/>
                  </a:lnTo>
                  <a:lnTo>
                    <a:pt x="7392035" y="9882607"/>
                  </a:lnTo>
                  <a:lnTo>
                    <a:pt x="7436104" y="9895319"/>
                  </a:lnTo>
                  <a:lnTo>
                    <a:pt x="7483475" y="9920719"/>
                  </a:lnTo>
                  <a:lnTo>
                    <a:pt x="7530084" y="9958819"/>
                  </a:lnTo>
                  <a:lnTo>
                    <a:pt x="7571740" y="9984219"/>
                  </a:lnTo>
                  <a:lnTo>
                    <a:pt x="7604125" y="10022319"/>
                  </a:lnTo>
                  <a:lnTo>
                    <a:pt x="7623175" y="10060419"/>
                  </a:lnTo>
                  <a:lnTo>
                    <a:pt x="7634605" y="10085819"/>
                  </a:lnTo>
                  <a:lnTo>
                    <a:pt x="7648829" y="10098519"/>
                  </a:lnTo>
                  <a:lnTo>
                    <a:pt x="7661783" y="10123919"/>
                  </a:lnTo>
                  <a:lnTo>
                    <a:pt x="7670038" y="10136619"/>
                  </a:lnTo>
                  <a:lnTo>
                    <a:pt x="7669022" y="10162032"/>
                  </a:lnTo>
                  <a:lnTo>
                    <a:pt x="7666355" y="10187432"/>
                  </a:lnTo>
                  <a:lnTo>
                    <a:pt x="7662545" y="10212832"/>
                  </a:lnTo>
                  <a:lnTo>
                    <a:pt x="7658227" y="10238232"/>
                  </a:lnTo>
                  <a:lnTo>
                    <a:pt x="10454627" y="10238232"/>
                  </a:lnTo>
                  <a:lnTo>
                    <a:pt x="10454627" y="966724"/>
                  </a:lnTo>
                  <a:lnTo>
                    <a:pt x="10454627" y="0"/>
                  </a:lnTo>
                  <a:close/>
                </a:path>
              </a:pathLst>
            </a:custGeom>
            <a:solidFill>
              <a:srgbClr val="009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44824" y="2627027"/>
            <a:ext cx="8400161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3600" dirty="0"/>
              <a:t>The Complete Story of Syed Babar Ali  Entrepreneur</a:t>
            </a:r>
            <a:br>
              <a:rPr lang="en-US" sz="3600" dirty="0"/>
            </a:br>
            <a:endParaRPr sz="3600" dirty="0"/>
          </a:p>
        </p:txBody>
      </p:sp>
      <p:sp>
        <p:nvSpPr>
          <p:cNvPr id="6" name="object 6"/>
          <p:cNvSpPr txBox="1"/>
          <p:nvPr/>
        </p:nvSpPr>
        <p:spPr>
          <a:xfrm>
            <a:off x="12192000" y="7027325"/>
            <a:ext cx="40678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167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lang="en-US" sz="36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3600" b="1" spc="-25" dirty="0">
                <a:solidFill>
                  <a:srgbClr val="FFFFFF"/>
                </a:solidFill>
                <a:latin typeface="Arial"/>
                <a:cs typeface="Arial"/>
              </a:rPr>
              <a:t>to: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24261" y="7886700"/>
            <a:ext cx="8140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400" dirty="0"/>
              <a:t>Sir Zaheer Abbas Kazmi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800AD-4507-74FE-9150-7C41CDC9FC60}"/>
              </a:ext>
            </a:extLst>
          </p:cNvPr>
          <p:cNvSpPr txBox="1"/>
          <p:nvPr/>
        </p:nvSpPr>
        <p:spPr>
          <a:xfrm>
            <a:off x="12039600" y="4496283"/>
            <a:ext cx="9745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66167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lang="en-US" sz="36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3600" b="1" spc="-25" dirty="0">
                <a:solidFill>
                  <a:srgbClr val="FFFFFF"/>
                </a:solidFill>
                <a:latin typeface="Arial"/>
                <a:cs typeface="Arial"/>
              </a:rPr>
              <a:t>By: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A9203-B15C-7CDE-180F-DC6FF2D6092E}"/>
              </a:ext>
            </a:extLst>
          </p:cNvPr>
          <p:cNvSpPr txBox="1"/>
          <p:nvPr/>
        </p:nvSpPr>
        <p:spPr>
          <a:xfrm>
            <a:off x="11734800" y="5518166"/>
            <a:ext cx="4688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66167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chemeClr val="tx1"/>
                </a:solidFill>
                <a:latin typeface="Arial"/>
                <a:cs typeface="Arial"/>
              </a:rPr>
              <a:t>M Haseeb Haider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7776" y="2166016"/>
            <a:ext cx="10287000" cy="216854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l">
              <a:buNone/>
            </a:pPr>
            <a:r>
              <a:rPr lang="en-US" sz="2800" b="1" dirty="0"/>
              <a:t>Syed Babar Ali</a:t>
            </a:r>
            <a:r>
              <a:rPr lang="en-US" sz="2800" dirty="0"/>
              <a:t> is a renowned Pakistani businessman and philanthropist, best known for founding some of the country’s most prestigious institutions.</a:t>
            </a:r>
          </a:p>
          <a:p>
            <a:pPr algn="l">
              <a:buNone/>
            </a:pPr>
            <a:r>
              <a:rPr lang="en-US" sz="2800" dirty="0"/>
              <a:t>He is the founder of </a:t>
            </a:r>
            <a:r>
              <a:rPr lang="en-US" sz="2800" b="1" dirty="0"/>
              <a:t>Lahore University of Management Sciences (LUMS)</a:t>
            </a:r>
            <a:r>
              <a:rPr lang="en-US" sz="2800" dirty="0"/>
              <a:t>, one of Pakistan’s leading business schools.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649223"/>
            <a:ext cx="6663055" cy="1371600"/>
            <a:chOff x="762000" y="649223"/>
            <a:chExt cx="6663055" cy="1371600"/>
          </a:xfrm>
        </p:grpSpPr>
        <p:sp>
          <p:nvSpPr>
            <p:cNvPr id="4" name="object 4"/>
            <p:cNvSpPr/>
            <p:nvPr/>
          </p:nvSpPr>
          <p:spPr>
            <a:xfrm>
              <a:off x="762000" y="649223"/>
              <a:ext cx="6663055" cy="1320800"/>
            </a:xfrm>
            <a:custGeom>
              <a:avLst/>
              <a:gdLst/>
              <a:ahLst/>
              <a:cxnLst/>
              <a:rect l="l" t="t" r="r" b="b"/>
              <a:pathLst>
                <a:path w="6663055" h="1320800">
                  <a:moveTo>
                    <a:pt x="6161024" y="76200"/>
                  </a:moveTo>
                  <a:lnTo>
                    <a:pt x="6156452" y="63500"/>
                  </a:lnTo>
                  <a:lnTo>
                    <a:pt x="6131687" y="63500"/>
                  </a:lnTo>
                  <a:lnTo>
                    <a:pt x="6138672" y="76200"/>
                  </a:lnTo>
                  <a:lnTo>
                    <a:pt x="6161024" y="76200"/>
                  </a:lnTo>
                  <a:close/>
                </a:path>
                <a:path w="6663055" h="1320800">
                  <a:moveTo>
                    <a:pt x="6166231" y="64897"/>
                  </a:moveTo>
                  <a:lnTo>
                    <a:pt x="6166104" y="63500"/>
                  </a:lnTo>
                  <a:lnTo>
                    <a:pt x="6160897" y="63500"/>
                  </a:lnTo>
                  <a:lnTo>
                    <a:pt x="6166231" y="64897"/>
                  </a:lnTo>
                  <a:close/>
                </a:path>
                <a:path w="6663055" h="1320800">
                  <a:moveTo>
                    <a:pt x="6185662" y="32512"/>
                  </a:moveTo>
                  <a:lnTo>
                    <a:pt x="6185154" y="25400"/>
                  </a:lnTo>
                  <a:lnTo>
                    <a:pt x="6160643" y="25400"/>
                  </a:lnTo>
                  <a:lnTo>
                    <a:pt x="6185662" y="32512"/>
                  </a:lnTo>
                  <a:close/>
                </a:path>
                <a:path w="6663055" h="1320800">
                  <a:moveTo>
                    <a:pt x="6204839" y="37973"/>
                  </a:moveTo>
                  <a:lnTo>
                    <a:pt x="6185662" y="32512"/>
                  </a:lnTo>
                  <a:lnTo>
                    <a:pt x="6186043" y="38100"/>
                  </a:lnTo>
                  <a:lnTo>
                    <a:pt x="6204839" y="38100"/>
                  </a:lnTo>
                  <a:lnTo>
                    <a:pt x="6204839" y="37973"/>
                  </a:lnTo>
                  <a:close/>
                </a:path>
                <a:path w="6663055" h="1320800">
                  <a:moveTo>
                    <a:pt x="6210554" y="76200"/>
                  </a:moveTo>
                  <a:lnTo>
                    <a:pt x="6166231" y="64897"/>
                  </a:lnTo>
                  <a:lnTo>
                    <a:pt x="6167374" y="76200"/>
                  </a:lnTo>
                  <a:lnTo>
                    <a:pt x="6210554" y="76200"/>
                  </a:lnTo>
                  <a:close/>
                </a:path>
                <a:path w="6663055" h="1320800">
                  <a:moveTo>
                    <a:pt x="6248527" y="38100"/>
                  </a:moveTo>
                  <a:lnTo>
                    <a:pt x="6206236" y="25400"/>
                  </a:lnTo>
                  <a:lnTo>
                    <a:pt x="6204839" y="37973"/>
                  </a:lnTo>
                  <a:lnTo>
                    <a:pt x="6205347" y="38100"/>
                  </a:lnTo>
                  <a:lnTo>
                    <a:pt x="6248527" y="38100"/>
                  </a:lnTo>
                  <a:close/>
                </a:path>
                <a:path w="6663055" h="1320800">
                  <a:moveTo>
                    <a:pt x="6348831" y="104013"/>
                  </a:moveTo>
                  <a:lnTo>
                    <a:pt x="6344158" y="101600"/>
                  </a:lnTo>
                  <a:lnTo>
                    <a:pt x="6340983" y="104013"/>
                  </a:lnTo>
                  <a:lnTo>
                    <a:pt x="6348831" y="104013"/>
                  </a:lnTo>
                  <a:close/>
                </a:path>
                <a:path w="6663055" h="1320800">
                  <a:moveTo>
                    <a:pt x="6543675" y="101600"/>
                  </a:moveTo>
                  <a:lnTo>
                    <a:pt x="6526276" y="88900"/>
                  </a:lnTo>
                  <a:lnTo>
                    <a:pt x="6479794" y="63500"/>
                  </a:lnTo>
                  <a:lnTo>
                    <a:pt x="6378321" y="38100"/>
                  </a:lnTo>
                  <a:lnTo>
                    <a:pt x="6259449" y="38100"/>
                  </a:lnTo>
                  <a:lnTo>
                    <a:pt x="6315075" y="50800"/>
                  </a:lnTo>
                  <a:lnTo>
                    <a:pt x="6364224" y="63500"/>
                  </a:lnTo>
                  <a:lnTo>
                    <a:pt x="6398895" y="76200"/>
                  </a:lnTo>
                  <a:lnTo>
                    <a:pt x="6354953" y="63500"/>
                  </a:lnTo>
                  <a:lnTo>
                    <a:pt x="6308344" y="63500"/>
                  </a:lnTo>
                  <a:lnTo>
                    <a:pt x="6210554" y="76200"/>
                  </a:lnTo>
                  <a:lnTo>
                    <a:pt x="6215507" y="76200"/>
                  </a:lnTo>
                  <a:lnTo>
                    <a:pt x="6211697" y="88900"/>
                  </a:lnTo>
                  <a:lnTo>
                    <a:pt x="6295898" y="88900"/>
                  </a:lnTo>
                  <a:lnTo>
                    <a:pt x="6334379" y="101600"/>
                  </a:lnTo>
                  <a:lnTo>
                    <a:pt x="6344158" y="101600"/>
                  </a:lnTo>
                  <a:lnTo>
                    <a:pt x="6543675" y="101600"/>
                  </a:lnTo>
                  <a:close/>
                </a:path>
                <a:path w="6663055" h="1320800">
                  <a:moveTo>
                    <a:pt x="6662928" y="990600"/>
                  </a:moveTo>
                  <a:lnTo>
                    <a:pt x="6647307" y="977900"/>
                  </a:lnTo>
                  <a:lnTo>
                    <a:pt x="6637655" y="965200"/>
                  </a:lnTo>
                  <a:lnTo>
                    <a:pt x="6631940" y="939800"/>
                  </a:lnTo>
                  <a:lnTo>
                    <a:pt x="6627876" y="927100"/>
                  </a:lnTo>
                  <a:lnTo>
                    <a:pt x="6612382" y="927100"/>
                  </a:lnTo>
                  <a:lnTo>
                    <a:pt x="6613144" y="914400"/>
                  </a:lnTo>
                  <a:lnTo>
                    <a:pt x="6612509" y="901700"/>
                  </a:lnTo>
                  <a:lnTo>
                    <a:pt x="6566662" y="889000"/>
                  </a:lnTo>
                  <a:lnTo>
                    <a:pt x="6519037" y="876300"/>
                  </a:lnTo>
                  <a:lnTo>
                    <a:pt x="6469507" y="850900"/>
                  </a:lnTo>
                  <a:lnTo>
                    <a:pt x="6417818" y="850900"/>
                  </a:lnTo>
                  <a:lnTo>
                    <a:pt x="6364097" y="838200"/>
                  </a:lnTo>
                  <a:lnTo>
                    <a:pt x="6472555" y="838200"/>
                  </a:lnTo>
                  <a:lnTo>
                    <a:pt x="6510782" y="825500"/>
                  </a:lnTo>
                  <a:lnTo>
                    <a:pt x="6502146" y="812800"/>
                  </a:lnTo>
                  <a:lnTo>
                    <a:pt x="6473571" y="812800"/>
                  </a:lnTo>
                  <a:lnTo>
                    <a:pt x="6459982" y="800100"/>
                  </a:lnTo>
                  <a:lnTo>
                    <a:pt x="6482715" y="800100"/>
                  </a:lnTo>
                  <a:lnTo>
                    <a:pt x="6489954" y="787400"/>
                  </a:lnTo>
                  <a:lnTo>
                    <a:pt x="6475857" y="787400"/>
                  </a:lnTo>
                  <a:lnTo>
                    <a:pt x="6469380" y="774700"/>
                  </a:lnTo>
                  <a:lnTo>
                    <a:pt x="6454775" y="774700"/>
                  </a:lnTo>
                  <a:lnTo>
                    <a:pt x="6453886" y="762000"/>
                  </a:lnTo>
                  <a:lnTo>
                    <a:pt x="6456045" y="762000"/>
                  </a:lnTo>
                  <a:lnTo>
                    <a:pt x="6458839" y="749300"/>
                  </a:lnTo>
                  <a:lnTo>
                    <a:pt x="6444742" y="749300"/>
                  </a:lnTo>
                  <a:lnTo>
                    <a:pt x="6437503" y="736600"/>
                  </a:lnTo>
                  <a:lnTo>
                    <a:pt x="6434201" y="736600"/>
                  </a:lnTo>
                  <a:lnTo>
                    <a:pt x="6465824" y="723900"/>
                  </a:lnTo>
                  <a:lnTo>
                    <a:pt x="6504432" y="711200"/>
                  </a:lnTo>
                  <a:lnTo>
                    <a:pt x="6585839" y="711200"/>
                  </a:lnTo>
                  <a:lnTo>
                    <a:pt x="6582918" y="698500"/>
                  </a:lnTo>
                  <a:lnTo>
                    <a:pt x="6621145" y="698500"/>
                  </a:lnTo>
                  <a:lnTo>
                    <a:pt x="6615811" y="685800"/>
                  </a:lnTo>
                  <a:lnTo>
                    <a:pt x="6605524" y="685800"/>
                  </a:lnTo>
                  <a:lnTo>
                    <a:pt x="6600825" y="673100"/>
                  </a:lnTo>
                  <a:lnTo>
                    <a:pt x="6614160" y="673100"/>
                  </a:lnTo>
                  <a:lnTo>
                    <a:pt x="6615430" y="647700"/>
                  </a:lnTo>
                  <a:lnTo>
                    <a:pt x="6609207" y="635000"/>
                  </a:lnTo>
                  <a:lnTo>
                    <a:pt x="6600317" y="622300"/>
                  </a:lnTo>
                  <a:lnTo>
                    <a:pt x="6550279" y="609600"/>
                  </a:lnTo>
                  <a:lnTo>
                    <a:pt x="6499352" y="609600"/>
                  </a:lnTo>
                  <a:lnTo>
                    <a:pt x="6450711" y="584200"/>
                  </a:lnTo>
                  <a:lnTo>
                    <a:pt x="6407658" y="571500"/>
                  </a:lnTo>
                  <a:lnTo>
                    <a:pt x="6445631" y="571500"/>
                  </a:lnTo>
                  <a:lnTo>
                    <a:pt x="6465443" y="558800"/>
                  </a:lnTo>
                  <a:lnTo>
                    <a:pt x="6481572" y="533400"/>
                  </a:lnTo>
                  <a:lnTo>
                    <a:pt x="6508623" y="533400"/>
                  </a:lnTo>
                  <a:lnTo>
                    <a:pt x="6511163" y="508000"/>
                  </a:lnTo>
                  <a:lnTo>
                    <a:pt x="6517386" y="469900"/>
                  </a:lnTo>
                  <a:lnTo>
                    <a:pt x="6519418" y="457200"/>
                  </a:lnTo>
                  <a:lnTo>
                    <a:pt x="6521450" y="444500"/>
                  </a:lnTo>
                  <a:lnTo>
                    <a:pt x="6519672" y="431800"/>
                  </a:lnTo>
                  <a:lnTo>
                    <a:pt x="6517894" y="419100"/>
                  </a:lnTo>
                  <a:lnTo>
                    <a:pt x="6506337" y="406400"/>
                  </a:lnTo>
                  <a:lnTo>
                    <a:pt x="6490081" y="393700"/>
                  </a:lnTo>
                  <a:lnTo>
                    <a:pt x="6475095" y="381000"/>
                  </a:lnTo>
                  <a:lnTo>
                    <a:pt x="6466967" y="368300"/>
                  </a:lnTo>
                  <a:lnTo>
                    <a:pt x="6483985" y="368300"/>
                  </a:lnTo>
                  <a:lnTo>
                    <a:pt x="6491605" y="381000"/>
                  </a:lnTo>
                  <a:lnTo>
                    <a:pt x="6502400" y="381000"/>
                  </a:lnTo>
                  <a:lnTo>
                    <a:pt x="6505702" y="368300"/>
                  </a:lnTo>
                  <a:lnTo>
                    <a:pt x="6500368" y="368300"/>
                  </a:lnTo>
                  <a:lnTo>
                    <a:pt x="6492240" y="355600"/>
                  </a:lnTo>
                  <a:lnTo>
                    <a:pt x="6494018" y="355600"/>
                  </a:lnTo>
                  <a:lnTo>
                    <a:pt x="6501638" y="342900"/>
                  </a:lnTo>
                  <a:lnTo>
                    <a:pt x="6509385" y="342900"/>
                  </a:lnTo>
                  <a:lnTo>
                    <a:pt x="6513957" y="330200"/>
                  </a:lnTo>
                  <a:lnTo>
                    <a:pt x="6532372" y="330200"/>
                  </a:lnTo>
                  <a:lnTo>
                    <a:pt x="6529324" y="304800"/>
                  </a:lnTo>
                  <a:lnTo>
                    <a:pt x="6522212" y="292100"/>
                  </a:lnTo>
                  <a:lnTo>
                    <a:pt x="6516624" y="279400"/>
                  </a:lnTo>
                  <a:lnTo>
                    <a:pt x="6511163" y="266700"/>
                  </a:lnTo>
                  <a:lnTo>
                    <a:pt x="6496304" y="254000"/>
                  </a:lnTo>
                  <a:lnTo>
                    <a:pt x="6517513" y="228600"/>
                  </a:lnTo>
                  <a:lnTo>
                    <a:pt x="6534658" y="215900"/>
                  </a:lnTo>
                  <a:lnTo>
                    <a:pt x="6549009" y="190500"/>
                  </a:lnTo>
                  <a:lnTo>
                    <a:pt x="6561582" y="177800"/>
                  </a:lnTo>
                  <a:lnTo>
                    <a:pt x="6559550" y="165100"/>
                  </a:lnTo>
                  <a:lnTo>
                    <a:pt x="6561328" y="127000"/>
                  </a:lnTo>
                  <a:lnTo>
                    <a:pt x="6561074" y="114300"/>
                  </a:lnTo>
                  <a:lnTo>
                    <a:pt x="6546977" y="104013"/>
                  </a:lnTo>
                  <a:lnTo>
                    <a:pt x="6348831" y="104013"/>
                  </a:lnTo>
                  <a:lnTo>
                    <a:pt x="6368796" y="114300"/>
                  </a:lnTo>
                  <a:lnTo>
                    <a:pt x="6340983" y="104013"/>
                  </a:lnTo>
                  <a:lnTo>
                    <a:pt x="6327648" y="114300"/>
                  </a:lnTo>
                  <a:lnTo>
                    <a:pt x="6316472" y="114300"/>
                  </a:lnTo>
                  <a:lnTo>
                    <a:pt x="6307836" y="101600"/>
                  </a:lnTo>
                  <a:lnTo>
                    <a:pt x="6158484" y="101600"/>
                  </a:lnTo>
                  <a:lnTo>
                    <a:pt x="6106414" y="88900"/>
                  </a:lnTo>
                  <a:lnTo>
                    <a:pt x="6055233" y="88900"/>
                  </a:lnTo>
                  <a:lnTo>
                    <a:pt x="6006338" y="82410"/>
                  </a:lnTo>
                  <a:lnTo>
                    <a:pt x="6006338" y="1066800"/>
                  </a:lnTo>
                  <a:lnTo>
                    <a:pt x="6001512" y="1066800"/>
                  </a:lnTo>
                  <a:lnTo>
                    <a:pt x="6001512" y="1104900"/>
                  </a:lnTo>
                  <a:lnTo>
                    <a:pt x="5957316" y="1104900"/>
                  </a:lnTo>
                  <a:lnTo>
                    <a:pt x="5977382" y="1092200"/>
                  </a:lnTo>
                  <a:lnTo>
                    <a:pt x="5994273" y="1092200"/>
                  </a:lnTo>
                  <a:lnTo>
                    <a:pt x="6001512" y="1104900"/>
                  </a:lnTo>
                  <a:lnTo>
                    <a:pt x="6001512" y="1066800"/>
                  </a:lnTo>
                  <a:lnTo>
                    <a:pt x="5956046" y="1066800"/>
                  </a:lnTo>
                  <a:lnTo>
                    <a:pt x="5905119" y="1054100"/>
                  </a:lnTo>
                  <a:lnTo>
                    <a:pt x="5856605" y="1054100"/>
                  </a:lnTo>
                  <a:lnTo>
                    <a:pt x="5813806" y="1041400"/>
                  </a:lnTo>
                  <a:lnTo>
                    <a:pt x="5905119" y="1041400"/>
                  </a:lnTo>
                  <a:lnTo>
                    <a:pt x="6006338" y="1066800"/>
                  </a:lnTo>
                  <a:lnTo>
                    <a:pt x="6006338" y="82410"/>
                  </a:lnTo>
                  <a:lnTo>
                    <a:pt x="5959729" y="76200"/>
                  </a:lnTo>
                  <a:lnTo>
                    <a:pt x="5963412" y="76200"/>
                  </a:lnTo>
                  <a:lnTo>
                    <a:pt x="5922137" y="63500"/>
                  </a:lnTo>
                  <a:lnTo>
                    <a:pt x="5802744" y="63500"/>
                  </a:lnTo>
                  <a:lnTo>
                    <a:pt x="5802744" y="50800"/>
                  </a:lnTo>
                  <a:lnTo>
                    <a:pt x="5776722" y="50800"/>
                  </a:lnTo>
                  <a:lnTo>
                    <a:pt x="5768467" y="63500"/>
                  </a:lnTo>
                  <a:lnTo>
                    <a:pt x="5755767" y="63500"/>
                  </a:lnTo>
                  <a:lnTo>
                    <a:pt x="5754751" y="50800"/>
                  </a:lnTo>
                  <a:lnTo>
                    <a:pt x="5726557" y="50800"/>
                  </a:lnTo>
                  <a:lnTo>
                    <a:pt x="5715127" y="38100"/>
                  </a:lnTo>
                  <a:lnTo>
                    <a:pt x="5752071" y="38100"/>
                  </a:lnTo>
                  <a:lnTo>
                    <a:pt x="5794502" y="25400"/>
                  </a:lnTo>
                  <a:lnTo>
                    <a:pt x="5827141" y="25400"/>
                  </a:lnTo>
                  <a:lnTo>
                    <a:pt x="5776468" y="12700"/>
                  </a:lnTo>
                  <a:lnTo>
                    <a:pt x="5725033" y="12700"/>
                  </a:lnTo>
                  <a:lnTo>
                    <a:pt x="5682361" y="23215"/>
                  </a:lnTo>
                  <a:lnTo>
                    <a:pt x="5682361" y="1066800"/>
                  </a:lnTo>
                  <a:lnTo>
                    <a:pt x="5679186" y="1079500"/>
                  </a:lnTo>
                  <a:lnTo>
                    <a:pt x="5665851" y="1079500"/>
                  </a:lnTo>
                  <a:lnTo>
                    <a:pt x="5667248" y="1066800"/>
                  </a:lnTo>
                  <a:lnTo>
                    <a:pt x="5650611" y="1079500"/>
                  </a:lnTo>
                  <a:lnTo>
                    <a:pt x="5607685" y="1079500"/>
                  </a:lnTo>
                  <a:lnTo>
                    <a:pt x="5591302" y="1066800"/>
                  </a:lnTo>
                  <a:lnTo>
                    <a:pt x="5667248" y="1066800"/>
                  </a:lnTo>
                  <a:lnTo>
                    <a:pt x="5682361" y="1066800"/>
                  </a:lnTo>
                  <a:lnTo>
                    <a:pt x="5682361" y="23215"/>
                  </a:lnTo>
                  <a:lnTo>
                    <a:pt x="5673471" y="25400"/>
                  </a:lnTo>
                  <a:lnTo>
                    <a:pt x="5581142" y="25400"/>
                  </a:lnTo>
                  <a:lnTo>
                    <a:pt x="5581142" y="457200"/>
                  </a:lnTo>
                  <a:lnTo>
                    <a:pt x="5556504" y="469900"/>
                  </a:lnTo>
                  <a:lnTo>
                    <a:pt x="5550916" y="469900"/>
                  </a:lnTo>
                  <a:lnTo>
                    <a:pt x="5550916" y="1079500"/>
                  </a:lnTo>
                  <a:lnTo>
                    <a:pt x="5500243" y="1079500"/>
                  </a:lnTo>
                  <a:lnTo>
                    <a:pt x="5507990" y="1066800"/>
                  </a:lnTo>
                  <a:lnTo>
                    <a:pt x="5542280" y="1066800"/>
                  </a:lnTo>
                  <a:lnTo>
                    <a:pt x="5550916" y="1079500"/>
                  </a:lnTo>
                  <a:lnTo>
                    <a:pt x="5550916" y="469900"/>
                  </a:lnTo>
                  <a:lnTo>
                    <a:pt x="5515991" y="469900"/>
                  </a:lnTo>
                  <a:lnTo>
                    <a:pt x="5536438" y="457200"/>
                  </a:lnTo>
                  <a:lnTo>
                    <a:pt x="5581142" y="457200"/>
                  </a:lnTo>
                  <a:lnTo>
                    <a:pt x="5581142" y="25400"/>
                  </a:lnTo>
                  <a:lnTo>
                    <a:pt x="5479669" y="25400"/>
                  </a:lnTo>
                  <a:lnTo>
                    <a:pt x="5479669" y="431800"/>
                  </a:lnTo>
                  <a:lnTo>
                    <a:pt x="5469509" y="444500"/>
                  </a:lnTo>
                  <a:lnTo>
                    <a:pt x="5444998" y="444500"/>
                  </a:lnTo>
                  <a:lnTo>
                    <a:pt x="5446776" y="431800"/>
                  </a:lnTo>
                  <a:lnTo>
                    <a:pt x="5479669" y="431800"/>
                  </a:lnTo>
                  <a:lnTo>
                    <a:pt x="5479669" y="25400"/>
                  </a:lnTo>
                  <a:lnTo>
                    <a:pt x="5419344" y="25400"/>
                  </a:lnTo>
                  <a:lnTo>
                    <a:pt x="5371211" y="12700"/>
                  </a:lnTo>
                  <a:lnTo>
                    <a:pt x="5324475" y="12700"/>
                  </a:lnTo>
                  <a:lnTo>
                    <a:pt x="5279644" y="0"/>
                  </a:lnTo>
                  <a:lnTo>
                    <a:pt x="5256276" y="12700"/>
                  </a:lnTo>
                  <a:lnTo>
                    <a:pt x="5244465" y="12700"/>
                  </a:lnTo>
                  <a:lnTo>
                    <a:pt x="5244465" y="38100"/>
                  </a:lnTo>
                  <a:lnTo>
                    <a:pt x="5188839" y="38100"/>
                  </a:lnTo>
                  <a:lnTo>
                    <a:pt x="5202301" y="25400"/>
                  </a:lnTo>
                  <a:lnTo>
                    <a:pt x="5236845" y="25400"/>
                  </a:lnTo>
                  <a:lnTo>
                    <a:pt x="5244465" y="38100"/>
                  </a:lnTo>
                  <a:lnTo>
                    <a:pt x="5244465" y="12700"/>
                  </a:lnTo>
                  <a:lnTo>
                    <a:pt x="5182489" y="12700"/>
                  </a:lnTo>
                  <a:lnTo>
                    <a:pt x="5182489" y="38100"/>
                  </a:lnTo>
                  <a:lnTo>
                    <a:pt x="5178679" y="38100"/>
                  </a:lnTo>
                  <a:lnTo>
                    <a:pt x="5178425" y="25400"/>
                  </a:lnTo>
                  <a:lnTo>
                    <a:pt x="5182489" y="38100"/>
                  </a:lnTo>
                  <a:lnTo>
                    <a:pt x="5182489" y="12700"/>
                  </a:lnTo>
                  <a:lnTo>
                    <a:pt x="5152517" y="12700"/>
                  </a:lnTo>
                  <a:lnTo>
                    <a:pt x="5149850" y="0"/>
                  </a:lnTo>
                  <a:lnTo>
                    <a:pt x="5095494" y="0"/>
                  </a:lnTo>
                  <a:lnTo>
                    <a:pt x="5067808" y="12700"/>
                  </a:lnTo>
                  <a:lnTo>
                    <a:pt x="5085080" y="12700"/>
                  </a:lnTo>
                  <a:lnTo>
                    <a:pt x="5114290" y="25400"/>
                  </a:lnTo>
                  <a:lnTo>
                    <a:pt x="5137912" y="25400"/>
                  </a:lnTo>
                  <a:lnTo>
                    <a:pt x="5089525" y="38100"/>
                  </a:lnTo>
                  <a:lnTo>
                    <a:pt x="4840605" y="38100"/>
                  </a:lnTo>
                  <a:lnTo>
                    <a:pt x="4790694" y="25400"/>
                  </a:lnTo>
                  <a:lnTo>
                    <a:pt x="4596384" y="25400"/>
                  </a:lnTo>
                  <a:lnTo>
                    <a:pt x="4607687" y="38100"/>
                  </a:lnTo>
                  <a:lnTo>
                    <a:pt x="4585589" y="38100"/>
                  </a:lnTo>
                  <a:lnTo>
                    <a:pt x="4585589" y="1282700"/>
                  </a:lnTo>
                  <a:lnTo>
                    <a:pt x="4534916" y="1295400"/>
                  </a:lnTo>
                  <a:lnTo>
                    <a:pt x="4483989" y="1295400"/>
                  </a:lnTo>
                  <a:lnTo>
                    <a:pt x="4381246" y="1282700"/>
                  </a:lnTo>
                  <a:lnTo>
                    <a:pt x="4329303" y="1282700"/>
                  </a:lnTo>
                  <a:lnTo>
                    <a:pt x="4276979" y="1295400"/>
                  </a:lnTo>
                  <a:lnTo>
                    <a:pt x="4265676" y="1282700"/>
                  </a:lnTo>
                  <a:lnTo>
                    <a:pt x="4264152" y="1282700"/>
                  </a:lnTo>
                  <a:lnTo>
                    <a:pt x="4261612" y="1270000"/>
                  </a:lnTo>
                  <a:lnTo>
                    <a:pt x="4245483" y="1282700"/>
                  </a:lnTo>
                  <a:lnTo>
                    <a:pt x="4195826" y="1282700"/>
                  </a:lnTo>
                  <a:lnTo>
                    <a:pt x="4203954" y="1270000"/>
                  </a:lnTo>
                  <a:lnTo>
                    <a:pt x="4261612" y="1270000"/>
                  </a:lnTo>
                  <a:lnTo>
                    <a:pt x="4489069" y="1270000"/>
                  </a:lnTo>
                  <a:lnTo>
                    <a:pt x="4537583" y="1282700"/>
                  </a:lnTo>
                  <a:lnTo>
                    <a:pt x="4585589" y="1282700"/>
                  </a:lnTo>
                  <a:lnTo>
                    <a:pt x="4585589" y="38100"/>
                  </a:lnTo>
                  <a:lnTo>
                    <a:pt x="4208526" y="38100"/>
                  </a:lnTo>
                  <a:lnTo>
                    <a:pt x="4161028" y="25400"/>
                  </a:lnTo>
                  <a:lnTo>
                    <a:pt x="4167505" y="25400"/>
                  </a:lnTo>
                  <a:lnTo>
                    <a:pt x="4166108" y="12700"/>
                  </a:lnTo>
                  <a:lnTo>
                    <a:pt x="4154170" y="25400"/>
                  </a:lnTo>
                  <a:lnTo>
                    <a:pt x="4105402" y="25400"/>
                  </a:lnTo>
                  <a:lnTo>
                    <a:pt x="4084828" y="38100"/>
                  </a:lnTo>
                  <a:lnTo>
                    <a:pt x="4021582" y="38100"/>
                  </a:lnTo>
                  <a:lnTo>
                    <a:pt x="4012311" y="41732"/>
                  </a:lnTo>
                  <a:lnTo>
                    <a:pt x="4012311" y="1270000"/>
                  </a:lnTo>
                  <a:lnTo>
                    <a:pt x="3951097" y="1270000"/>
                  </a:lnTo>
                  <a:lnTo>
                    <a:pt x="3978783" y="1257300"/>
                  </a:lnTo>
                  <a:lnTo>
                    <a:pt x="4012311" y="1270000"/>
                  </a:lnTo>
                  <a:lnTo>
                    <a:pt x="4012311" y="41732"/>
                  </a:lnTo>
                  <a:lnTo>
                    <a:pt x="3989070" y="50800"/>
                  </a:lnTo>
                  <a:lnTo>
                    <a:pt x="3964051" y="50800"/>
                  </a:lnTo>
                  <a:lnTo>
                    <a:pt x="3970274" y="38100"/>
                  </a:lnTo>
                  <a:lnTo>
                    <a:pt x="3883533" y="38100"/>
                  </a:lnTo>
                  <a:lnTo>
                    <a:pt x="3883533" y="114300"/>
                  </a:lnTo>
                  <a:lnTo>
                    <a:pt x="3873500" y="127000"/>
                  </a:lnTo>
                  <a:lnTo>
                    <a:pt x="3856609" y="127000"/>
                  </a:lnTo>
                  <a:lnTo>
                    <a:pt x="3856609" y="1282700"/>
                  </a:lnTo>
                  <a:lnTo>
                    <a:pt x="3810381" y="1271270"/>
                  </a:lnTo>
                  <a:lnTo>
                    <a:pt x="3773170" y="1282700"/>
                  </a:lnTo>
                  <a:lnTo>
                    <a:pt x="3611372" y="1282700"/>
                  </a:lnTo>
                  <a:lnTo>
                    <a:pt x="3593338" y="1270000"/>
                  </a:lnTo>
                  <a:lnTo>
                    <a:pt x="3805047" y="1270000"/>
                  </a:lnTo>
                  <a:lnTo>
                    <a:pt x="3810381" y="1271270"/>
                  </a:lnTo>
                  <a:lnTo>
                    <a:pt x="3814699" y="1270000"/>
                  </a:lnTo>
                  <a:lnTo>
                    <a:pt x="3856609" y="1282700"/>
                  </a:lnTo>
                  <a:lnTo>
                    <a:pt x="3856609" y="127000"/>
                  </a:lnTo>
                  <a:lnTo>
                    <a:pt x="3827780" y="127000"/>
                  </a:lnTo>
                  <a:lnTo>
                    <a:pt x="3840099" y="114300"/>
                  </a:lnTo>
                  <a:lnTo>
                    <a:pt x="3883533" y="114300"/>
                  </a:lnTo>
                  <a:lnTo>
                    <a:pt x="3883533" y="38100"/>
                  </a:lnTo>
                  <a:lnTo>
                    <a:pt x="3854577" y="38100"/>
                  </a:lnTo>
                  <a:lnTo>
                    <a:pt x="3817620" y="47675"/>
                  </a:lnTo>
                  <a:lnTo>
                    <a:pt x="3817620" y="114300"/>
                  </a:lnTo>
                  <a:lnTo>
                    <a:pt x="3814318" y="127000"/>
                  </a:lnTo>
                  <a:lnTo>
                    <a:pt x="3794633" y="127000"/>
                  </a:lnTo>
                  <a:lnTo>
                    <a:pt x="3792347" y="114300"/>
                  </a:lnTo>
                  <a:lnTo>
                    <a:pt x="3817620" y="114300"/>
                  </a:lnTo>
                  <a:lnTo>
                    <a:pt x="3817620" y="47675"/>
                  </a:lnTo>
                  <a:lnTo>
                    <a:pt x="3805555" y="50800"/>
                  </a:lnTo>
                  <a:lnTo>
                    <a:pt x="3771646" y="63500"/>
                  </a:lnTo>
                  <a:lnTo>
                    <a:pt x="3716274" y="50800"/>
                  </a:lnTo>
                  <a:lnTo>
                    <a:pt x="3553460" y="50800"/>
                  </a:lnTo>
                  <a:lnTo>
                    <a:pt x="3573653" y="38100"/>
                  </a:lnTo>
                  <a:lnTo>
                    <a:pt x="3584067" y="25400"/>
                  </a:lnTo>
                  <a:lnTo>
                    <a:pt x="3566287" y="25400"/>
                  </a:lnTo>
                  <a:lnTo>
                    <a:pt x="3559302" y="38100"/>
                  </a:lnTo>
                  <a:lnTo>
                    <a:pt x="3517519" y="38100"/>
                  </a:lnTo>
                  <a:lnTo>
                    <a:pt x="3517519" y="1270000"/>
                  </a:lnTo>
                  <a:lnTo>
                    <a:pt x="3467100" y="1282700"/>
                  </a:lnTo>
                  <a:lnTo>
                    <a:pt x="3462655" y="1282700"/>
                  </a:lnTo>
                  <a:lnTo>
                    <a:pt x="3407918" y="1295400"/>
                  </a:lnTo>
                  <a:lnTo>
                    <a:pt x="3244342" y="1295400"/>
                  </a:lnTo>
                  <a:lnTo>
                    <a:pt x="3256915" y="1282700"/>
                  </a:lnTo>
                  <a:lnTo>
                    <a:pt x="3462655" y="1282700"/>
                  </a:lnTo>
                  <a:lnTo>
                    <a:pt x="3517519" y="1270000"/>
                  </a:lnTo>
                  <a:lnTo>
                    <a:pt x="3517519" y="38100"/>
                  </a:lnTo>
                  <a:lnTo>
                    <a:pt x="3503676" y="38100"/>
                  </a:lnTo>
                  <a:lnTo>
                    <a:pt x="3454781" y="25400"/>
                  </a:lnTo>
                  <a:lnTo>
                    <a:pt x="3406648" y="38100"/>
                  </a:lnTo>
                  <a:lnTo>
                    <a:pt x="3311906" y="38100"/>
                  </a:lnTo>
                  <a:lnTo>
                    <a:pt x="3264789" y="50800"/>
                  </a:lnTo>
                  <a:lnTo>
                    <a:pt x="3155950" y="50800"/>
                  </a:lnTo>
                  <a:lnTo>
                    <a:pt x="3155950" y="292100"/>
                  </a:lnTo>
                  <a:lnTo>
                    <a:pt x="3148330" y="279400"/>
                  </a:lnTo>
                  <a:lnTo>
                    <a:pt x="3140202" y="292100"/>
                  </a:lnTo>
                  <a:lnTo>
                    <a:pt x="3120517" y="292100"/>
                  </a:lnTo>
                  <a:lnTo>
                    <a:pt x="3114294" y="279400"/>
                  </a:lnTo>
                  <a:lnTo>
                    <a:pt x="3148330" y="279400"/>
                  </a:lnTo>
                  <a:lnTo>
                    <a:pt x="3155823" y="279400"/>
                  </a:lnTo>
                  <a:lnTo>
                    <a:pt x="3155950" y="292100"/>
                  </a:lnTo>
                  <a:lnTo>
                    <a:pt x="3155950" y="50800"/>
                  </a:lnTo>
                  <a:lnTo>
                    <a:pt x="3085973" y="50800"/>
                  </a:lnTo>
                  <a:lnTo>
                    <a:pt x="3083052" y="38100"/>
                  </a:lnTo>
                  <a:lnTo>
                    <a:pt x="3022092" y="38100"/>
                  </a:lnTo>
                  <a:lnTo>
                    <a:pt x="2997073" y="25400"/>
                  </a:lnTo>
                  <a:lnTo>
                    <a:pt x="2971673" y="38100"/>
                  </a:lnTo>
                  <a:lnTo>
                    <a:pt x="2945892" y="38100"/>
                  </a:lnTo>
                  <a:lnTo>
                    <a:pt x="2918587" y="25400"/>
                  </a:lnTo>
                  <a:lnTo>
                    <a:pt x="2891917" y="25400"/>
                  </a:lnTo>
                  <a:lnTo>
                    <a:pt x="2891917" y="876300"/>
                  </a:lnTo>
                  <a:lnTo>
                    <a:pt x="2862707" y="876300"/>
                  </a:lnTo>
                  <a:lnTo>
                    <a:pt x="2875407" y="863600"/>
                  </a:lnTo>
                  <a:lnTo>
                    <a:pt x="2887345" y="863600"/>
                  </a:lnTo>
                  <a:lnTo>
                    <a:pt x="2891917" y="876300"/>
                  </a:lnTo>
                  <a:lnTo>
                    <a:pt x="2891917" y="25400"/>
                  </a:lnTo>
                  <a:lnTo>
                    <a:pt x="2879471" y="25400"/>
                  </a:lnTo>
                  <a:lnTo>
                    <a:pt x="2880614" y="38100"/>
                  </a:lnTo>
                  <a:lnTo>
                    <a:pt x="2805811" y="38100"/>
                  </a:lnTo>
                  <a:lnTo>
                    <a:pt x="2805811" y="850900"/>
                  </a:lnTo>
                  <a:lnTo>
                    <a:pt x="2803398" y="863600"/>
                  </a:lnTo>
                  <a:lnTo>
                    <a:pt x="2557767" y="863600"/>
                  </a:lnTo>
                  <a:lnTo>
                    <a:pt x="2586990" y="850900"/>
                  </a:lnTo>
                  <a:lnTo>
                    <a:pt x="2805811" y="850900"/>
                  </a:lnTo>
                  <a:lnTo>
                    <a:pt x="2805811" y="38100"/>
                  </a:lnTo>
                  <a:lnTo>
                    <a:pt x="2794635" y="38100"/>
                  </a:lnTo>
                  <a:lnTo>
                    <a:pt x="2789555" y="50800"/>
                  </a:lnTo>
                  <a:lnTo>
                    <a:pt x="2788920" y="50800"/>
                  </a:lnTo>
                  <a:lnTo>
                    <a:pt x="2799842" y="63500"/>
                  </a:lnTo>
                  <a:lnTo>
                    <a:pt x="2767076" y="63500"/>
                  </a:lnTo>
                  <a:lnTo>
                    <a:pt x="2761488" y="50800"/>
                  </a:lnTo>
                  <a:lnTo>
                    <a:pt x="2776601" y="50800"/>
                  </a:lnTo>
                  <a:lnTo>
                    <a:pt x="2794635" y="38100"/>
                  </a:lnTo>
                  <a:lnTo>
                    <a:pt x="2537955" y="38100"/>
                  </a:lnTo>
                  <a:lnTo>
                    <a:pt x="2534412" y="39001"/>
                  </a:lnTo>
                  <a:lnTo>
                    <a:pt x="2534412" y="914400"/>
                  </a:lnTo>
                  <a:lnTo>
                    <a:pt x="2281174" y="914400"/>
                  </a:lnTo>
                  <a:lnTo>
                    <a:pt x="2173224" y="914400"/>
                  </a:lnTo>
                  <a:lnTo>
                    <a:pt x="2178431" y="901700"/>
                  </a:lnTo>
                  <a:lnTo>
                    <a:pt x="2229231" y="901700"/>
                  </a:lnTo>
                  <a:lnTo>
                    <a:pt x="2281174" y="914400"/>
                  </a:lnTo>
                  <a:lnTo>
                    <a:pt x="2333752" y="901700"/>
                  </a:lnTo>
                  <a:lnTo>
                    <a:pt x="2487168" y="901700"/>
                  </a:lnTo>
                  <a:lnTo>
                    <a:pt x="2534412" y="914400"/>
                  </a:lnTo>
                  <a:lnTo>
                    <a:pt x="2534412" y="39001"/>
                  </a:lnTo>
                  <a:lnTo>
                    <a:pt x="2518283" y="43065"/>
                  </a:lnTo>
                  <a:lnTo>
                    <a:pt x="2518283" y="889000"/>
                  </a:lnTo>
                  <a:lnTo>
                    <a:pt x="2463673" y="889000"/>
                  </a:lnTo>
                  <a:lnTo>
                    <a:pt x="2466848" y="876300"/>
                  </a:lnTo>
                  <a:lnTo>
                    <a:pt x="2497074" y="876300"/>
                  </a:lnTo>
                  <a:lnTo>
                    <a:pt x="2518283" y="889000"/>
                  </a:lnTo>
                  <a:lnTo>
                    <a:pt x="2518283" y="43065"/>
                  </a:lnTo>
                  <a:lnTo>
                    <a:pt x="2487549" y="50800"/>
                  </a:lnTo>
                  <a:lnTo>
                    <a:pt x="2476754" y="50800"/>
                  </a:lnTo>
                  <a:lnTo>
                    <a:pt x="2476754" y="863600"/>
                  </a:lnTo>
                  <a:lnTo>
                    <a:pt x="2457958" y="863600"/>
                  </a:lnTo>
                  <a:lnTo>
                    <a:pt x="2451989" y="850900"/>
                  </a:lnTo>
                  <a:lnTo>
                    <a:pt x="2474722" y="850900"/>
                  </a:lnTo>
                  <a:lnTo>
                    <a:pt x="2476754" y="863600"/>
                  </a:lnTo>
                  <a:lnTo>
                    <a:pt x="2476754" y="50800"/>
                  </a:lnTo>
                  <a:lnTo>
                    <a:pt x="2451608" y="50800"/>
                  </a:lnTo>
                  <a:lnTo>
                    <a:pt x="2451608" y="876300"/>
                  </a:lnTo>
                  <a:lnTo>
                    <a:pt x="2404491" y="889000"/>
                  </a:lnTo>
                  <a:lnTo>
                    <a:pt x="2193417" y="889000"/>
                  </a:lnTo>
                  <a:lnTo>
                    <a:pt x="2209165" y="876300"/>
                  </a:lnTo>
                  <a:lnTo>
                    <a:pt x="2451608" y="876300"/>
                  </a:lnTo>
                  <a:lnTo>
                    <a:pt x="2451608" y="50800"/>
                  </a:lnTo>
                  <a:lnTo>
                    <a:pt x="2435352" y="50800"/>
                  </a:lnTo>
                  <a:lnTo>
                    <a:pt x="2436749" y="38100"/>
                  </a:lnTo>
                  <a:lnTo>
                    <a:pt x="1666621" y="38100"/>
                  </a:lnTo>
                  <a:lnTo>
                    <a:pt x="1609725" y="50800"/>
                  </a:lnTo>
                  <a:lnTo>
                    <a:pt x="1559560" y="38100"/>
                  </a:lnTo>
                  <a:lnTo>
                    <a:pt x="1498727" y="38100"/>
                  </a:lnTo>
                  <a:lnTo>
                    <a:pt x="1460246" y="25400"/>
                  </a:lnTo>
                  <a:lnTo>
                    <a:pt x="1420114" y="14351"/>
                  </a:lnTo>
                  <a:lnTo>
                    <a:pt x="1420114" y="1257300"/>
                  </a:lnTo>
                  <a:lnTo>
                    <a:pt x="1400429" y="1270000"/>
                  </a:lnTo>
                  <a:lnTo>
                    <a:pt x="1380109" y="1270000"/>
                  </a:lnTo>
                  <a:lnTo>
                    <a:pt x="1366012" y="1257300"/>
                  </a:lnTo>
                  <a:lnTo>
                    <a:pt x="1420114" y="1257300"/>
                  </a:lnTo>
                  <a:lnTo>
                    <a:pt x="1420114" y="14351"/>
                  </a:lnTo>
                  <a:lnTo>
                    <a:pt x="1414145" y="12700"/>
                  </a:lnTo>
                  <a:lnTo>
                    <a:pt x="1363472" y="12700"/>
                  </a:lnTo>
                  <a:lnTo>
                    <a:pt x="1311275" y="0"/>
                  </a:lnTo>
                  <a:lnTo>
                    <a:pt x="1309751" y="12700"/>
                  </a:lnTo>
                  <a:lnTo>
                    <a:pt x="1228471" y="12700"/>
                  </a:lnTo>
                  <a:lnTo>
                    <a:pt x="1200023" y="25400"/>
                  </a:lnTo>
                  <a:lnTo>
                    <a:pt x="1216025" y="25400"/>
                  </a:lnTo>
                  <a:lnTo>
                    <a:pt x="1215263" y="38100"/>
                  </a:lnTo>
                  <a:lnTo>
                    <a:pt x="1046099" y="38100"/>
                  </a:lnTo>
                  <a:lnTo>
                    <a:pt x="1038098" y="25400"/>
                  </a:lnTo>
                  <a:lnTo>
                    <a:pt x="997331" y="37058"/>
                  </a:lnTo>
                  <a:lnTo>
                    <a:pt x="997331" y="673100"/>
                  </a:lnTo>
                  <a:lnTo>
                    <a:pt x="993394" y="685800"/>
                  </a:lnTo>
                  <a:lnTo>
                    <a:pt x="966978" y="685800"/>
                  </a:lnTo>
                  <a:lnTo>
                    <a:pt x="970026" y="673100"/>
                  </a:lnTo>
                  <a:lnTo>
                    <a:pt x="997331" y="673100"/>
                  </a:lnTo>
                  <a:lnTo>
                    <a:pt x="997331" y="37058"/>
                  </a:lnTo>
                  <a:lnTo>
                    <a:pt x="993648" y="38100"/>
                  </a:lnTo>
                  <a:lnTo>
                    <a:pt x="953643" y="38100"/>
                  </a:lnTo>
                  <a:lnTo>
                    <a:pt x="921766" y="25400"/>
                  </a:lnTo>
                  <a:lnTo>
                    <a:pt x="901319" y="12700"/>
                  </a:lnTo>
                  <a:lnTo>
                    <a:pt x="868426" y="25400"/>
                  </a:lnTo>
                  <a:lnTo>
                    <a:pt x="827024" y="25400"/>
                  </a:lnTo>
                  <a:lnTo>
                    <a:pt x="778891" y="38100"/>
                  </a:lnTo>
                  <a:lnTo>
                    <a:pt x="725932" y="38100"/>
                  </a:lnTo>
                  <a:lnTo>
                    <a:pt x="670052" y="50800"/>
                  </a:lnTo>
                  <a:lnTo>
                    <a:pt x="496531" y="50800"/>
                  </a:lnTo>
                  <a:lnTo>
                    <a:pt x="436092" y="63500"/>
                  </a:lnTo>
                  <a:lnTo>
                    <a:pt x="256133" y="63500"/>
                  </a:lnTo>
                  <a:lnTo>
                    <a:pt x="258775" y="50800"/>
                  </a:lnTo>
                  <a:lnTo>
                    <a:pt x="225577" y="63500"/>
                  </a:lnTo>
                  <a:lnTo>
                    <a:pt x="188137" y="76200"/>
                  </a:lnTo>
                  <a:lnTo>
                    <a:pt x="150583" y="63500"/>
                  </a:lnTo>
                  <a:lnTo>
                    <a:pt x="0" y="63500"/>
                  </a:lnTo>
                  <a:lnTo>
                    <a:pt x="0" y="1308100"/>
                  </a:lnTo>
                  <a:lnTo>
                    <a:pt x="408584" y="1308100"/>
                  </a:lnTo>
                  <a:lnTo>
                    <a:pt x="450342" y="1320800"/>
                  </a:lnTo>
                  <a:lnTo>
                    <a:pt x="616585" y="1320800"/>
                  </a:lnTo>
                  <a:lnTo>
                    <a:pt x="719201" y="1308100"/>
                  </a:lnTo>
                  <a:lnTo>
                    <a:pt x="875271" y="1308100"/>
                  </a:lnTo>
                  <a:lnTo>
                    <a:pt x="926719" y="1295400"/>
                  </a:lnTo>
                  <a:lnTo>
                    <a:pt x="977519" y="1308100"/>
                  </a:lnTo>
                  <a:lnTo>
                    <a:pt x="1027303" y="1308100"/>
                  </a:lnTo>
                  <a:lnTo>
                    <a:pt x="1072896" y="1295400"/>
                  </a:lnTo>
                  <a:lnTo>
                    <a:pt x="1271270" y="1295400"/>
                  </a:lnTo>
                  <a:lnTo>
                    <a:pt x="1322959" y="1282700"/>
                  </a:lnTo>
                  <a:lnTo>
                    <a:pt x="1558671" y="1282700"/>
                  </a:lnTo>
                  <a:lnTo>
                    <a:pt x="1602740" y="1295400"/>
                  </a:lnTo>
                  <a:lnTo>
                    <a:pt x="1644650" y="1282700"/>
                  </a:lnTo>
                  <a:lnTo>
                    <a:pt x="1715643" y="1282700"/>
                  </a:lnTo>
                  <a:lnTo>
                    <a:pt x="1750314" y="1295400"/>
                  </a:lnTo>
                  <a:lnTo>
                    <a:pt x="1783461" y="1295400"/>
                  </a:lnTo>
                  <a:lnTo>
                    <a:pt x="1815592" y="1308100"/>
                  </a:lnTo>
                  <a:lnTo>
                    <a:pt x="2172843" y="1308100"/>
                  </a:lnTo>
                  <a:lnTo>
                    <a:pt x="2222246" y="1295400"/>
                  </a:lnTo>
                  <a:lnTo>
                    <a:pt x="2267458" y="1295400"/>
                  </a:lnTo>
                  <a:lnTo>
                    <a:pt x="2272030" y="1308100"/>
                  </a:lnTo>
                  <a:lnTo>
                    <a:pt x="2490978" y="1308100"/>
                  </a:lnTo>
                  <a:lnTo>
                    <a:pt x="2502141" y="1295400"/>
                  </a:lnTo>
                  <a:lnTo>
                    <a:pt x="2525522" y="1295400"/>
                  </a:lnTo>
                  <a:lnTo>
                    <a:pt x="2525014" y="1308100"/>
                  </a:lnTo>
                  <a:lnTo>
                    <a:pt x="6247765" y="1308100"/>
                  </a:lnTo>
                  <a:lnTo>
                    <a:pt x="6276467" y="1320800"/>
                  </a:lnTo>
                  <a:lnTo>
                    <a:pt x="6300978" y="1282700"/>
                  </a:lnTo>
                  <a:lnTo>
                    <a:pt x="6319139" y="1257300"/>
                  </a:lnTo>
                  <a:lnTo>
                    <a:pt x="6328156" y="1244600"/>
                  </a:lnTo>
                  <a:lnTo>
                    <a:pt x="6353683" y="1206500"/>
                  </a:lnTo>
                  <a:lnTo>
                    <a:pt x="6372860" y="1168400"/>
                  </a:lnTo>
                  <a:lnTo>
                    <a:pt x="6381369" y="1117600"/>
                  </a:lnTo>
                  <a:lnTo>
                    <a:pt x="6478905" y="1117600"/>
                  </a:lnTo>
                  <a:lnTo>
                    <a:pt x="6518783" y="1104900"/>
                  </a:lnTo>
                  <a:lnTo>
                    <a:pt x="6573520" y="1092200"/>
                  </a:lnTo>
                  <a:lnTo>
                    <a:pt x="6566154" y="1092200"/>
                  </a:lnTo>
                  <a:lnTo>
                    <a:pt x="6562090" y="1079500"/>
                  </a:lnTo>
                  <a:lnTo>
                    <a:pt x="6542151" y="1079500"/>
                  </a:lnTo>
                  <a:lnTo>
                    <a:pt x="6521831" y="1092200"/>
                  </a:lnTo>
                  <a:lnTo>
                    <a:pt x="6504432" y="1092200"/>
                  </a:lnTo>
                  <a:lnTo>
                    <a:pt x="6492367" y="1079500"/>
                  </a:lnTo>
                  <a:lnTo>
                    <a:pt x="6523101" y="1066800"/>
                  </a:lnTo>
                  <a:lnTo>
                    <a:pt x="6563106" y="1066800"/>
                  </a:lnTo>
                  <a:lnTo>
                    <a:pt x="6600571" y="1054100"/>
                  </a:lnTo>
                  <a:lnTo>
                    <a:pt x="6623685" y="1041400"/>
                  </a:lnTo>
                  <a:lnTo>
                    <a:pt x="6608572" y="1041400"/>
                  </a:lnTo>
                  <a:lnTo>
                    <a:pt x="6598539" y="1028700"/>
                  </a:lnTo>
                  <a:lnTo>
                    <a:pt x="6592062" y="1016000"/>
                  </a:lnTo>
                  <a:lnTo>
                    <a:pt x="6587998" y="1003300"/>
                  </a:lnTo>
                  <a:lnTo>
                    <a:pt x="6652006" y="1003300"/>
                  </a:lnTo>
                  <a:lnTo>
                    <a:pt x="6662928" y="990600"/>
                  </a:lnTo>
                  <a:close/>
                </a:path>
              </a:pathLst>
            </a:custGeom>
            <a:solidFill>
              <a:srgbClr val="009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0584" y="1957323"/>
              <a:ext cx="5839460" cy="63500"/>
            </a:xfrm>
            <a:custGeom>
              <a:avLst/>
              <a:gdLst/>
              <a:ahLst/>
              <a:cxnLst/>
              <a:rect l="l" t="t" r="r" b="b"/>
              <a:pathLst>
                <a:path w="5839459" h="63500">
                  <a:moveTo>
                    <a:pt x="310616" y="0"/>
                  </a:moveTo>
                  <a:lnTo>
                    <a:pt x="0" y="0"/>
                  </a:lnTo>
                  <a:lnTo>
                    <a:pt x="41757" y="12700"/>
                  </a:lnTo>
                  <a:lnTo>
                    <a:pt x="208000" y="12700"/>
                  </a:lnTo>
                  <a:lnTo>
                    <a:pt x="310616" y="0"/>
                  </a:lnTo>
                  <a:close/>
                </a:path>
                <a:path w="5839459" h="63500">
                  <a:moveTo>
                    <a:pt x="2146909" y="0"/>
                  </a:moveTo>
                  <a:lnTo>
                    <a:pt x="2107539" y="0"/>
                  </a:lnTo>
                  <a:lnTo>
                    <a:pt x="2117064" y="12700"/>
                  </a:lnTo>
                  <a:lnTo>
                    <a:pt x="2146909" y="0"/>
                  </a:lnTo>
                  <a:close/>
                </a:path>
                <a:path w="5839459" h="63500">
                  <a:moveTo>
                    <a:pt x="5839180" y="0"/>
                  </a:moveTo>
                  <a:lnTo>
                    <a:pt x="2235936" y="0"/>
                  </a:lnTo>
                  <a:lnTo>
                    <a:pt x="2234539" y="12700"/>
                  </a:lnTo>
                  <a:lnTo>
                    <a:pt x="2543784" y="12700"/>
                  </a:lnTo>
                  <a:lnTo>
                    <a:pt x="2594711" y="25400"/>
                  </a:lnTo>
                  <a:lnTo>
                    <a:pt x="2645511" y="12700"/>
                  </a:lnTo>
                  <a:lnTo>
                    <a:pt x="3029305" y="12700"/>
                  </a:lnTo>
                  <a:lnTo>
                    <a:pt x="3005429" y="25400"/>
                  </a:lnTo>
                  <a:lnTo>
                    <a:pt x="2987903" y="38100"/>
                  </a:lnTo>
                  <a:lnTo>
                    <a:pt x="3442690" y="38100"/>
                  </a:lnTo>
                  <a:lnTo>
                    <a:pt x="3490188" y="50800"/>
                  </a:lnTo>
                  <a:lnTo>
                    <a:pt x="3994759" y="50800"/>
                  </a:lnTo>
                  <a:lnTo>
                    <a:pt x="4051020" y="38100"/>
                  </a:lnTo>
                  <a:lnTo>
                    <a:pt x="4094454" y="50800"/>
                  </a:lnTo>
                  <a:lnTo>
                    <a:pt x="4197959" y="50800"/>
                  </a:lnTo>
                  <a:lnTo>
                    <a:pt x="4253712" y="38100"/>
                  </a:lnTo>
                  <a:lnTo>
                    <a:pt x="4309211" y="38100"/>
                  </a:lnTo>
                  <a:lnTo>
                    <a:pt x="4342485" y="50800"/>
                  </a:lnTo>
                  <a:lnTo>
                    <a:pt x="4424527" y="50800"/>
                  </a:lnTo>
                  <a:lnTo>
                    <a:pt x="4471136" y="38100"/>
                  </a:lnTo>
                  <a:lnTo>
                    <a:pt x="4474565" y="38100"/>
                  </a:lnTo>
                  <a:lnTo>
                    <a:pt x="4475708" y="50800"/>
                  </a:lnTo>
                  <a:lnTo>
                    <a:pt x="4486376" y="50800"/>
                  </a:lnTo>
                  <a:lnTo>
                    <a:pt x="4532223" y="63500"/>
                  </a:lnTo>
                  <a:lnTo>
                    <a:pt x="4642332" y="63500"/>
                  </a:lnTo>
                  <a:lnTo>
                    <a:pt x="4699609" y="50800"/>
                  </a:lnTo>
                  <a:lnTo>
                    <a:pt x="4785715" y="50800"/>
                  </a:lnTo>
                  <a:lnTo>
                    <a:pt x="4785080" y="63500"/>
                  </a:lnTo>
                  <a:lnTo>
                    <a:pt x="4891379" y="63500"/>
                  </a:lnTo>
                  <a:lnTo>
                    <a:pt x="4942179" y="50800"/>
                  </a:lnTo>
                  <a:lnTo>
                    <a:pt x="5088610" y="50800"/>
                  </a:lnTo>
                  <a:lnTo>
                    <a:pt x="5135981" y="63500"/>
                  </a:lnTo>
                  <a:lnTo>
                    <a:pt x="5230215" y="63500"/>
                  </a:lnTo>
                  <a:lnTo>
                    <a:pt x="5277586" y="50800"/>
                  </a:lnTo>
                  <a:lnTo>
                    <a:pt x="5472531" y="50800"/>
                  </a:lnTo>
                  <a:lnTo>
                    <a:pt x="5523966" y="38100"/>
                  </a:lnTo>
                  <a:lnTo>
                    <a:pt x="5551525" y="50800"/>
                  </a:lnTo>
                  <a:lnTo>
                    <a:pt x="5697702" y="50800"/>
                  </a:lnTo>
                  <a:lnTo>
                    <a:pt x="5737834" y="38100"/>
                  </a:lnTo>
                  <a:lnTo>
                    <a:pt x="5807303" y="38100"/>
                  </a:lnTo>
                  <a:lnTo>
                    <a:pt x="5804001" y="25400"/>
                  </a:lnTo>
                  <a:lnTo>
                    <a:pt x="5782030" y="25400"/>
                  </a:lnTo>
                  <a:lnTo>
                    <a:pt x="5798794" y="12700"/>
                  </a:lnTo>
                  <a:lnTo>
                    <a:pt x="5816955" y="12700"/>
                  </a:lnTo>
                  <a:lnTo>
                    <a:pt x="5839180" y="0"/>
                  </a:lnTo>
                  <a:close/>
                </a:path>
              </a:pathLst>
            </a:custGeom>
            <a:solidFill>
              <a:srgbClr val="009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7011" y="752982"/>
            <a:ext cx="9701530" cy="1278632"/>
          </a:xfrm>
          <a:prstGeom prst="rect">
            <a:avLst/>
          </a:prstGeom>
        </p:spPr>
        <p:txBody>
          <a:bodyPr vert="horz" wrap="square" lIns="0" tIns="290906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Who is </a:t>
            </a:r>
            <a:r>
              <a:rPr lang="en-US" sz="3200" dirty="0" err="1"/>
              <a:t>syed</a:t>
            </a:r>
            <a:r>
              <a:rPr lang="en-US" sz="3200" dirty="0"/>
              <a:t> </a:t>
            </a:r>
            <a:r>
              <a:rPr lang="en-US" sz="3200" dirty="0" err="1"/>
              <a:t>babar</a:t>
            </a:r>
            <a:r>
              <a:rPr lang="en-US" sz="3200" dirty="0"/>
              <a:t> </a:t>
            </a:r>
            <a:r>
              <a:rPr lang="en-US" sz="3200" dirty="0" err="1"/>
              <a:t>ali</a:t>
            </a:r>
            <a:r>
              <a:rPr lang="en-US" sz="3200" dirty="0"/>
              <a:t>?</a:t>
            </a:r>
            <a:br>
              <a:rPr lang="en-US" sz="3200" dirty="0"/>
            </a:br>
            <a:endParaRPr lang="en-PK" sz="3200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E6008EC-B053-28F7-30ED-CDA951A9C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670185"/>
              </p:ext>
            </p:extLst>
          </p:nvPr>
        </p:nvGraphicFramePr>
        <p:xfrm>
          <a:off x="5594057" y="4632213"/>
          <a:ext cx="10287000" cy="531188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59661294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1707514215"/>
                    </a:ext>
                  </a:extLst>
                </a:gridCol>
              </a:tblGrid>
              <a:tr h="1172671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Born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January 15, 1926, Lahore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71140"/>
                  </a:ext>
                </a:extLst>
              </a:tr>
              <a:tr h="1222679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Father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Syed Maratib Ali – Industrialist, Contractor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466096"/>
                  </a:ext>
                </a:extLst>
              </a:tr>
              <a:tr h="1222679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Heritage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Maternal link to Afghan Royalty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220328"/>
                  </a:ext>
                </a:extLst>
              </a:tr>
              <a:tr h="1693858">
                <a:tc>
                  <a:txBody>
                    <a:bodyPr/>
                    <a:lstStyle/>
                    <a:p>
                      <a:pPr algn="l"/>
                      <a:r>
                        <a:rPr lang="en-US" sz="2400" b="1"/>
                        <a:t>Neighborhood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Mochi Gate, Walled City, Lahore – hub of traditional commerce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898953"/>
                  </a:ext>
                </a:extLst>
              </a:tr>
            </a:tbl>
          </a:graphicData>
        </a:graphic>
      </p:graphicFrame>
      <p:sp>
        <p:nvSpPr>
          <p:cNvPr id="28" name="Rectangle 3">
            <a:extLst>
              <a:ext uri="{FF2B5EF4-FFF2-40B4-BE49-F238E27FC236}">
                <a16:creationId xmlns:a16="http://schemas.microsoft.com/office/drawing/2014/main" id="{C22B1AC1-E6B4-C21C-6AD0-02D0AE0E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1" y="3452128"/>
            <a:ext cx="202186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A93C4A7-13C7-8CEB-2E2C-E8C6F3694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4570622"/>
            <a:ext cx="5746457" cy="57464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727" y="847344"/>
            <a:ext cx="8424672" cy="14782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425" rIns="0" bIns="0" rtlCol="0">
            <a:spAutoFit/>
          </a:bodyPr>
          <a:lstStyle/>
          <a:p>
            <a:pPr marL="50990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Introduction</a:t>
            </a:r>
            <a:r>
              <a:rPr sz="3600" spc="-50" dirty="0"/>
              <a:t> </a:t>
            </a:r>
            <a:r>
              <a:rPr sz="3600" dirty="0"/>
              <a:t>to</a:t>
            </a:r>
            <a:r>
              <a:rPr sz="3600" spc="-5" dirty="0"/>
              <a:t> </a:t>
            </a:r>
            <a:r>
              <a:rPr sz="3600" dirty="0"/>
              <a:t>National</a:t>
            </a:r>
            <a:r>
              <a:rPr sz="3600" spc="-20" dirty="0"/>
              <a:t> </a:t>
            </a:r>
            <a:r>
              <a:rPr sz="3600" spc="-10" dirty="0"/>
              <a:t>Foods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6400" y="79214"/>
            <a:ext cx="4971288" cy="2459736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49F4E56-5167-E1D0-5FF5-B21BC33A5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841645"/>
              </p:ext>
            </p:extLst>
          </p:nvPr>
        </p:nvGraphicFramePr>
        <p:xfrm>
          <a:off x="656336" y="2633312"/>
          <a:ext cx="15421864" cy="723458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855466">
                  <a:extLst>
                    <a:ext uri="{9D8B030D-6E8A-4147-A177-3AD203B41FA5}">
                      <a16:colId xmlns:a16="http://schemas.microsoft.com/office/drawing/2014/main" val="2617563810"/>
                    </a:ext>
                  </a:extLst>
                </a:gridCol>
                <a:gridCol w="3855466">
                  <a:extLst>
                    <a:ext uri="{9D8B030D-6E8A-4147-A177-3AD203B41FA5}">
                      <a16:colId xmlns:a16="http://schemas.microsoft.com/office/drawing/2014/main" val="3710673350"/>
                    </a:ext>
                  </a:extLst>
                </a:gridCol>
                <a:gridCol w="3855466">
                  <a:extLst>
                    <a:ext uri="{9D8B030D-6E8A-4147-A177-3AD203B41FA5}">
                      <a16:colId xmlns:a16="http://schemas.microsoft.com/office/drawing/2014/main" val="1103446436"/>
                    </a:ext>
                  </a:extLst>
                </a:gridCol>
                <a:gridCol w="3855466">
                  <a:extLst>
                    <a:ext uri="{9D8B030D-6E8A-4147-A177-3AD203B41FA5}">
                      <a16:colId xmlns:a16="http://schemas.microsoft.com/office/drawing/2014/main" val="2477138586"/>
                    </a:ext>
                  </a:extLst>
                </a:gridCol>
              </a:tblGrid>
              <a:tr h="9646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Institution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Years Attended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Notable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808716"/>
                  </a:ext>
                </a:extLst>
              </a:tr>
              <a:tr h="96461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Sacred Heart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Early 1930s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Early academic foundation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72626"/>
                  </a:ext>
                </a:extLst>
              </a:tr>
              <a:tr h="964612"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Aitchison College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Until 1945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Elite grooming, networking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090293"/>
                  </a:ext>
                </a:extLst>
              </a:tr>
              <a:tr h="964612"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Government College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Lahore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0"/>
                        <a:t>1945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BSc in Physics &amp; Chemistry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965841"/>
                  </a:ext>
                </a:extLst>
              </a:tr>
              <a:tr h="1688070"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University of Michigan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Ann Arbor, 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0" dirty="0"/>
                        <a:t>1947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Business studies (returned post-Partition)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453217"/>
                  </a:ext>
                </a:extLst>
              </a:tr>
              <a:tr h="1688070"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Harvard Business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/>
                        <a:t>Boston, 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800" b="0"/>
                        <a:t>1973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13-week Advanced Management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1617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551130"/>
            <a:ext cx="7086600" cy="17099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4400" y="882447"/>
            <a:ext cx="97015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600" b="1" dirty="0"/>
              <a:t>Business Ventures Overview</a:t>
            </a:r>
            <a:endParaRPr lang="en-US" sz="3600" dirty="0"/>
          </a:p>
        </p:txBody>
      </p:sp>
      <p:sp>
        <p:nvSpPr>
          <p:cNvPr id="6" name="object 6"/>
          <p:cNvSpPr txBox="1"/>
          <p:nvPr/>
        </p:nvSpPr>
        <p:spPr>
          <a:xfrm>
            <a:off x="1828800" y="2400300"/>
            <a:ext cx="13944600" cy="73095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Packages Ltd. (1956): </a:t>
            </a:r>
            <a:r>
              <a:rPr lang="en-US" sz="3200" dirty="0"/>
              <a:t>JV with Akerlund &amp; Rausing (Sweden), paper &amp; packaging pioneer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 err="1"/>
              <a:t>Milkpak</a:t>
            </a:r>
            <a:r>
              <a:rPr lang="en-US" sz="3200" b="1" dirty="0"/>
              <a:t> Ltd. (1974): </a:t>
            </a:r>
            <a:r>
              <a:rPr lang="en-US" sz="3200" dirty="0"/>
              <a:t>JV, later acquired by Nestlé, transformed dairy industry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Tetra Pak Pakistan (1982): </a:t>
            </a:r>
            <a:r>
              <a:rPr lang="en-US" sz="3200" dirty="0"/>
              <a:t>Licensing partnership with Tetra Laval, revolutionized packaging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IGI Insurance (1953): </a:t>
            </a:r>
            <a:r>
              <a:rPr lang="en-US" sz="3200" dirty="0"/>
              <a:t>Strengthened local insurance sector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Tri-Pack Films (1993): </a:t>
            </a:r>
            <a:r>
              <a:rPr lang="en-US" sz="3200" dirty="0"/>
              <a:t>JV with Mitsubishi, innovated packaging films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IGI Investment Bank (1990): </a:t>
            </a:r>
            <a:r>
              <a:rPr lang="en-US" sz="3200" dirty="0"/>
              <a:t>Expanded financial services in Pakistan</a:t>
            </a:r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9740BF-B598-270C-F9AF-43FC33E3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82151AB-E73F-68F7-CEC8-738D116D43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91" y="310895"/>
            <a:ext cx="9512808" cy="170992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DE02D0A-A1E6-0861-2AF5-1F0A3EA6F29F}"/>
              </a:ext>
            </a:extLst>
          </p:cNvPr>
          <p:cNvSpPr/>
          <p:nvPr/>
        </p:nvSpPr>
        <p:spPr>
          <a:xfrm>
            <a:off x="14231114" y="1479756"/>
            <a:ext cx="413384" cy="132080"/>
          </a:xfrm>
          <a:custGeom>
            <a:avLst/>
            <a:gdLst/>
            <a:ahLst/>
            <a:cxnLst/>
            <a:rect l="l" t="t" r="r" b="b"/>
            <a:pathLst>
              <a:path w="413384" h="132079">
                <a:moveTo>
                  <a:pt x="341629" y="0"/>
                </a:moveTo>
                <a:lnTo>
                  <a:pt x="316610" y="2667"/>
                </a:lnTo>
                <a:lnTo>
                  <a:pt x="273303" y="11049"/>
                </a:lnTo>
                <a:lnTo>
                  <a:pt x="143763" y="38988"/>
                </a:lnTo>
                <a:lnTo>
                  <a:pt x="58038" y="56133"/>
                </a:lnTo>
                <a:lnTo>
                  <a:pt x="29718" y="62737"/>
                </a:lnTo>
                <a:lnTo>
                  <a:pt x="14985" y="69214"/>
                </a:lnTo>
                <a:lnTo>
                  <a:pt x="4952" y="79248"/>
                </a:lnTo>
                <a:lnTo>
                  <a:pt x="0" y="91439"/>
                </a:lnTo>
                <a:lnTo>
                  <a:pt x="4952" y="116331"/>
                </a:lnTo>
                <a:lnTo>
                  <a:pt x="41782" y="132079"/>
                </a:lnTo>
                <a:lnTo>
                  <a:pt x="60198" y="130682"/>
                </a:lnTo>
                <a:lnTo>
                  <a:pt x="115443" y="122681"/>
                </a:lnTo>
                <a:lnTo>
                  <a:pt x="357377" y="68199"/>
                </a:lnTo>
                <a:lnTo>
                  <a:pt x="396621" y="48386"/>
                </a:lnTo>
                <a:lnTo>
                  <a:pt x="413257" y="32638"/>
                </a:lnTo>
                <a:lnTo>
                  <a:pt x="413003" y="20574"/>
                </a:lnTo>
                <a:lnTo>
                  <a:pt x="390271" y="8635"/>
                </a:lnTo>
                <a:lnTo>
                  <a:pt x="366268" y="1904"/>
                </a:lnTo>
                <a:lnTo>
                  <a:pt x="341629" y="0"/>
                </a:lnTo>
                <a:close/>
              </a:path>
            </a:pathLst>
          </a:custGeom>
          <a:solidFill>
            <a:srgbClr val="0096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4DE659-4CEF-89EE-3693-50832F57803B}"/>
              </a:ext>
            </a:extLst>
          </p:cNvPr>
          <p:cNvSpPr/>
          <p:nvPr/>
        </p:nvSpPr>
        <p:spPr>
          <a:xfrm>
            <a:off x="13944600" y="988255"/>
            <a:ext cx="455930" cy="454659"/>
          </a:xfrm>
          <a:custGeom>
            <a:avLst/>
            <a:gdLst/>
            <a:ahLst/>
            <a:cxnLst/>
            <a:rect l="l" t="t" r="r" b="b"/>
            <a:pathLst>
              <a:path w="455929" h="454660">
                <a:moveTo>
                  <a:pt x="142748" y="54864"/>
                </a:moveTo>
                <a:lnTo>
                  <a:pt x="140589" y="36703"/>
                </a:lnTo>
                <a:lnTo>
                  <a:pt x="137287" y="18288"/>
                </a:lnTo>
                <a:lnTo>
                  <a:pt x="134366" y="0"/>
                </a:lnTo>
                <a:lnTo>
                  <a:pt x="126238" y="0"/>
                </a:lnTo>
                <a:lnTo>
                  <a:pt x="93345" y="26543"/>
                </a:lnTo>
                <a:lnTo>
                  <a:pt x="72263" y="62611"/>
                </a:lnTo>
                <a:lnTo>
                  <a:pt x="54737" y="116205"/>
                </a:lnTo>
                <a:lnTo>
                  <a:pt x="37592" y="169926"/>
                </a:lnTo>
                <a:lnTo>
                  <a:pt x="20701" y="223901"/>
                </a:lnTo>
                <a:lnTo>
                  <a:pt x="254" y="299720"/>
                </a:lnTo>
                <a:lnTo>
                  <a:pt x="0" y="310769"/>
                </a:lnTo>
                <a:lnTo>
                  <a:pt x="25908" y="347345"/>
                </a:lnTo>
                <a:lnTo>
                  <a:pt x="62230" y="319532"/>
                </a:lnTo>
                <a:lnTo>
                  <a:pt x="81915" y="271272"/>
                </a:lnTo>
                <a:lnTo>
                  <a:pt x="100584" y="222631"/>
                </a:lnTo>
                <a:lnTo>
                  <a:pt x="117348" y="173482"/>
                </a:lnTo>
                <a:lnTo>
                  <a:pt x="131445" y="123571"/>
                </a:lnTo>
                <a:lnTo>
                  <a:pt x="141859" y="72517"/>
                </a:lnTo>
                <a:lnTo>
                  <a:pt x="142748" y="54864"/>
                </a:lnTo>
                <a:close/>
              </a:path>
              <a:path w="455929" h="454660">
                <a:moveTo>
                  <a:pt x="455930" y="183769"/>
                </a:moveTo>
                <a:lnTo>
                  <a:pt x="392176" y="196596"/>
                </a:lnTo>
                <a:lnTo>
                  <a:pt x="353314" y="221107"/>
                </a:lnTo>
                <a:lnTo>
                  <a:pt x="314960" y="246253"/>
                </a:lnTo>
                <a:lnTo>
                  <a:pt x="277749" y="272796"/>
                </a:lnTo>
                <a:lnTo>
                  <a:pt x="242316" y="301879"/>
                </a:lnTo>
                <a:lnTo>
                  <a:pt x="199263" y="344043"/>
                </a:lnTo>
                <a:lnTo>
                  <a:pt x="188468" y="353060"/>
                </a:lnTo>
                <a:lnTo>
                  <a:pt x="157607" y="379730"/>
                </a:lnTo>
                <a:lnTo>
                  <a:pt x="127889" y="417195"/>
                </a:lnTo>
                <a:lnTo>
                  <a:pt x="126619" y="427228"/>
                </a:lnTo>
                <a:lnTo>
                  <a:pt x="129032" y="437134"/>
                </a:lnTo>
                <a:lnTo>
                  <a:pt x="135890" y="446532"/>
                </a:lnTo>
                <a:lnTo>
                  <a:pt x="144780" y="452501"/>
                </a:lnTo>
                <a:lnTo>
                  <a:pt x="154305" y="454660"/>
                </a:lnTo>
                <a:lnTo>
                  <a:pt x="163957" y="453263"/>
                </a:lnTo>
                <a:lnTo>
                  <a:pt x="211963" y="425323"/>
                </a:lnTo>
                <a:lnTo>
                  <a:pt x="248666" y="399161"/>
                </a:lnTo>
                <a:lnTo>
                  <a:pt x="282702" y="369951"/>
                </a:lnTo>
                <a:lnTo>
                  <a:pt x="316230" y="340233"/>
                </a:lnTo>
                <a:lnTo>
                  <a:pt x="408813" y="256413"/>
                </a:lnTo>
                <a:lnTo>
                  <a:pt x="443484" y="222250"/>
                </a:lnTo>
                <a:lnTo>
                  <a:pt x="455930" y="183769"/>
                </a:lnTo>
                <a:close/>
              </a:path>
            </a:pathLst>
          </a:custGeom>
          <a:solidFill>
            <a:srgbClr val="0096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7558358-7FA3-ED24-F572-00E33592B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011" y="752982"/>
            <a:ext cx="970153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00"/>
              </a:spcBef>
            </a:pPr>
            <a:r>
              <a:rPr lang="en-US" sz="4400" dirty="0"/>
              <a:t>Nationalization Challenges</a:t>
            </a:r>
            <a:endParaRPr sz="44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082D39A-55F3-A419-BF8A-55AF04016DCD}"/>
              </a:ext>
            </a:extLst>
          </p:cNvPr>
          <p:cNvSpPr txBox="1"/>
          <p:nvPr/>
        </p:nvSpPr>
        <p:spPr>
          <a:xfrm>
            <a:off x="1295399" y="2373195"/>
            <a:ext cx="17373600" cy="7056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of PM Zulfikar Ali Bhutto implemented nationalization policy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of six family-owned businesses were taken over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Packages Ltd. remained under private control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and emotional setbacks; a turning point in his life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Accepted role as Chairman of National Fertilizer Corporation (NFC)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without salary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firsthand experience in public sector governance and turnaround strategies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700">
              <a:lnSpc>
                <a:spcPct val="150000"/>
              </a:lnSpc>
              <a:spcBef>
                <a:spcPts val="110"/>
              </a:spcBef>
            </a:pP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3447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08431"/>
            <a:ext cx="6018530" cy="19141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153520" y="2851911"/>
            <a:ext cx="413384" cy="132080"/>
          </a:xfrm>
          <a:custGeom>
            <a:avLst/>
            <a:gdLst/>
            <a:ahLst/>
            <a:cxnLst/>
            <a:rect l="l" t="t" r="r" b="b"/>
            <a:pathLst>
              <a:path w="413384" h="132080">
                <a:moveTo>
                  <a:pt x="341629" y="0"/>
                </a:moveTo>
                <a:lnTo>
                  <a:pt x="316610" y="2667"/>
                </a:lnTo>
                <a:lnTo>
                  <a:pt x="273303" y="11049"/>
                </a:lnTo>
                <a:lnTo>
                  <a:pt x="143763" y="38989"/>
                </a:lnTo>
                <a:lnTo>
                  <a:pt x="58038" y="56134"/>
                </a:lnTo>
                <a:lnTo>
                  <a:pt x="29718" y="62738"/>
                </a:lnTo>
                <a:lnTo>
                  <a:pt x="14985" y="69215"/>
                </a:lnTo>
                <a:lnTo>
                  <a:pt x="4952" y="79248"/>
                </a:lnTo>
                <a:lnTo>
                  <a:pt x="0" y="91440"/>
                </a:lnTo>
                <a:lnTo>
                  <a:pt x="4952" y="116332"/>
                </a:lnTo>
                <a:lnTo>
                  <a:pt x="41782" y="132080"/>
                </a:lnTo>
                <a:lnTo>
                  <a:pt x="60198" y="130683"/>
                </a:lnTo>
                <a:lnTo>
                  <a:pt x="115443" y="122682"/>
                </a:lnTo>
                <a:lnTo>
                  <a:pt x="357377" y="68199"/>
                </a:lnTo>
                <a:lnTo>
                  <a:pt x="396621" y="48387"/>
                </a:lnTo>
                <a:lnTo>
                  <a:pt x="413257" y="32639"/>
                </a:lnTo>
                <a:lnTo>
                  <a:pt x="413003" y="20574"/>
                </a:lnTo>
                <a:lnTo>
                  <a:pt x="390271" y="8636"/>
                </a:lnTo>
                <a:lnTo>
                  <a:pt x="366268" y="1905"/>
                </a:lnTo>
                <a:lnTo>
                  <a:pt x="341629" y="0"/>
                </a:lnTo>
                <a:close/>
              </a:path>
            </a:pathLst>
          </a:custGeom>
          <a:solidFill>
            <a:srgbClr val="0096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72800" y="2322575"/>
            <a:ext cx="455930" cy="454659"/>
          </a:xfrm>
          <a:custGeom>
            <a:avLst/>
            <a:gdLst/>
            <a:ahLst/>
            <a:cxnLst/>
            <a:rect l="l" t="t" r="r" b="b"/>
            <a:pathLst>
              <a:path w="455929" h="454660">
                <a:moveTo>
                  <a:pt x="142748" y="54864"/>
                </a:moveTo>
                <a:lnTo>
                  <a:pt x="140589" y="36703"/>
                </a:lnTo>
                <a:lnTo>
                  <a:pt x="137287" y="18288"/>
                </a:lnTo>
                <a:lnTo>
                  <a:pt x="134366" y="0"/>
                </a:lnTo>
                <a:lnTo>
                  <a:pt x="126238" y="0"/>
                </a:lnTo>
                <a:lnTo>
                  <a:pt x="93345" y="26543"/>
                </a:lnTo>
                <a:lnTo>
                  <a:pt x="72263" y="62611"/>
                </a:lnTo>
                <a:lnTo>
                  <a:pt x="54737" y="116205"/>
                </a:lnTo>
                <a:lnTo>
                  <a:pt x="37592" y="169926"/>
                </a:lnTo>
                <a:lnTo>
                  <a:pt x="20701" y="223901"/>
                </a:lnTo>
                <a:lnTo>
                  <a:pt x="254" y="299720"/>
                </a:lnTo>
                <a:lnTo>
                  <a:pt x="0" y="310769"/>
                </a:lnTo>
                <a:lnTo>
                  <a:pt x="25908" y="347345"/>
                </a:lnTo>
                <a:lnTo>
                  <a:pt x="62230" y="319532"/>
                </a:lnTo>
                <a:lnTo>
                  <a:pt x="81915" y="271272"/>
                </a:lnTo>
                <a:lnTo>
                  <a:pt x="100584" y="222631"/>
                </a:lnTo>
                <a:lnTo>
                  <a:pt x="117348" y="173482"/>
                </a:lnTo>
                <a:lnTo>
                  <a:pt x="131445" y="123571"/>
                </a:lnTo>
                <a:lnTo>
                  <a:pt x="141859" y="72517"/>
                </a:lnTo>
                <a:lnTo>
                  <a:pt x="142748" y="54864"/>
                </a:lnTo>
                <a:close/>
              </a:path>
              <a:path w="455929" h="454660">
                <a:moveTo>
                  <a:pt x="455930" y="183769"/>
                </a:moveTo>
                <a:lnTo>
                  <a:pt x="392176" y="196596"/>
                </a:lnTo>
                <a:lnTo>
                  <a:pt x="353314" y="221107"/>
                </a:lnTo>
                <a:lnTo>
                  <a:pt x="314960" y="246253"/>
                </a:lnTo>
                <a:lnTo>
                  <a:pt x="277749" y="272796"/>
                </a:lnTo>
                <a:lnTo>
                  <a:pt x="242316" y="301879"/>
                </a:lnTo>
                <a:lnTo>
                  <a:pt x="199263" y="344043"/>
                </a:lnTo>
                <a:lnTo>
                  <a:pt x="188468" y="353060"/>
                </a:lnTo>
                <a:lnTo>
                  <a:pt x="157607" y="379730"/>
                </a:lnTo>
                <a:lnTo>
                  <a:pt x="127889" y="417195"/>
                </a:lnTo>
                <a:lnTo>
                  <a:pt x="126619" y="427228"/>
                </a:lnTo>
                <a:lnTo>
                  <a:pt x="129032" y="437134"/>
                </a:lnTo>
                <a:lnTo>
                  <a:pt x="135890" y="446532"/>
                </a:lnTo>
                <a:lnTo>
                  <a:pt x="144780" y="452501"/>
                </a:lnTo>
                <a:lnTo>
                  <a:pt x="154305" y="454660"/>
                </a:lnTo>
                <a:lnTo>
                  <a:pt x="163957" y="453263"/>
                </a:lnTo>
                <a:lnTo>
                  <a:pt x="211963" y="425323"/>
                </a:lnTo>
                <a:lnTo>
                  <a:pt x="248666" y="399161"/>
                </a:lnTo>
                <a:lnTo>
                  <a:pt x="282702" y="369951"/>
                </a:lnTo>
                <a:lnTo>
                  <a:pt x="316230" y="340233"/>
                </a:lnTo>
                <a:lnTo>
                  <a:pt x="408813" y="256413"/>
                </a:lnTo>
                <a:lnTo>
                  <a:pt x="443484" y="222250"/>
                </a:lnTo>
                <a:lnTo>
                  <a:pt x="455930" y="183769"/>
                </a:lnTo>
                <a:close/>
              </a:path>
            </a:pathLst>
          </a:custGeom>
          <a:solidFill>
            <a:srgbClr val="0096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7011" y="752982"/>
            <a:ext cx="9701530" cy="874598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Founding of LUMS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CA4FC-6C5A-4308-209F-F55A78FE48B0}"/>
              </a:ext>
            </a:extLst>
          </p:cNvPr>
          <p:cNvSpPr txBox="1"/>
          <p:nvPr/>
        </p:nvSpPr>
        <p:spPr>
          <a:xfrm>
            <a:off x="1209274" y="2222792"/>
            <a:ext cx="15163800" cy="8299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Inspired by experience at Harvard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need for a world-class management school in Pakistan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Collaborated with local business leaders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Secured $10 million funding from USAID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Founded Lahore University of Management Sciences (LUMS)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Location: DHA Phase V, Lahore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started with business education; now a multi-disciplinary university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10,000 alumni, including ~45% female students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597408"/>
            <a:ext cx="7467600" cy="1346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876300"/>
            <a:ext cx="10744199" cy="622478"/>
          </a:xfrm>
          <a:prstGeom prst="rect">
            <a:avLst/>
          </a:prstGeom>
        </p:spPr>
        <p:txBody>
          <a:bodyPr vert="horz" wrap="square" lIns="0" tIns="67818" rIns="0" bIns="0" rtlCol="0">
            <a:spAutoFit/>
          </a:bodyPr>
          <a:lstStyle/>
          <a:p>
            <a:pPr marL="430530">
              <a:lnSpc>
                <a:spcPct val="100000"/>
              </a:lnSpc>
              <a:spcBef>
                <a:spcPts val="90"/>
              </a:spcBef>
            </a:pPr>
            <a:r>
              <a:rPr lang="en-US" sz="3600" dirty="0"/>
              <a:t>Awards &amp; Global Recognition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1066800" y="2603413"/>
            <a:ext cx="15240000" cy="5080173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Order of the British Empire (OBE) – 1997 (UK Government)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Honorary Doctorates – McGill University &amp; other institutions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Acknowledged by Swedish and Dutch governments for business and philanthropic excellence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Author of “Learning from Others” – his autobiography guiding future leaders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723901"/>
            <a:ext cx="8153400" cy="1752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81100"/>
            <a:ext cx="7467599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Legacy Across Four Domains</a:t>
            </a:r>
            <a:endParaRPr spc="-65" dirty="0"/>
          </a:p>
        </p:txBody>
      </p:sp>
      <p:sp>
        <p:nvSpPr>
          <p:cNvPr id="4" name="object 4"/>
          <p:cNvSpPr txBox="1"/>
          <p:nvPr/>
        </p:nvSpPr>
        <p:spPr>
          <a:xfrm>
            <a:off x="1892554" y="3366119"/>
            <a:ext cx="10721975" cy="751488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  <a:tabLst>
                <a:tab pos="469265" algn="l"/>
              </a:tabLst>
            </a:pPr>
            <a:r>
              <a:rPr lang="en-US" sz="3200" spc="-10" dirty="0">
                <a:latin typeface="Arial MT"/>
                <a:cs typeface="Arial MT"/>
              </a:rPr>
              <a:t> </a:t>
            </a:r>
            <a:endParaRPr lang="en-US" sz="32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09538-0104-5C98-428C-ABDA39C8F3E8}"/>
              </a:ext>
            </a:extLst>
          </p:cNvPr>
          <p:cNvSpPr txBox="1"/>
          <p:nvPr/>
        </p:nvSpPr>
        <p:spPr>
          <a:xfrm>
            <a:off x="1447800" y="2474495"/>
            <a:ext cx="12805611" cy="738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Transformed packaging, dairy, finance, and insurance in Pakistan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Encouraged joint ventures and foreign partnerships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Founded and sustained </a:t>
            </a: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LUMS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Philanthropy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commitment to public health and primary education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ambassador for sustainable development through WWF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3383DF-1A9D-AD7F-C6FE-BD8066AE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5421244-8154-BC7A-A8D6-31CF9663CE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66701"/>
            <a:ext cx="10896600" cy="221710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D469DE4-FF09-C952-D9BE-53E880036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1" y="1104900"/>
            <a:ext cx="96774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Final Reflections – His Message to Us</a:t>
            </a:r>
            <a:endParaRPr spc="-6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C803055-F4C1-EF45-AC05-7F5731381EEF}"/>
              </a:ext>
            </a:extLst>
          </p:cNvPr>
          <p:cNvSpPr txBox="1"/>
          <p:nvPr/>
        </p:nvSpPr>
        <p:spPr>
          <a:xfrm>
            <a:off x="1892554" y="3366119"/>
            <a:ext cx="10721975" cy="751488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  <a:tabLst>
                <a:tab pos="469265" algn="l"/>
              </a:tabLst>
            </a:pPr>
            <a:r>
              <a:rPr lang="en-US" sz="3200" spc="-10" dirty="0">
                <a:latin typeface="Arial MT"/>
                <a:cs typeface="Arial MT"/>
              </a:rPr>
              <a:t> </a:t>
            </a:r>
            <a:endParaRPr lang="en-US" sz="32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7B742-BB16-7D0B-B341-3BCB310C16BC}"/>
              </a:ext>
            </a:extLst>
          </p:cNvPr>
          <p:cNvSpPr txBox="1"/>
          <p:nvPr/>
        </p:nvSpPr>
        <p:spPr>
          <a:xfrm>
            <a:off x="1752600" y="2781300"/>
            <a:ext cx="126532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build with integrity and vision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like nationalization test your resilience</a:t>
            </a:r>
            <a:r>
              <a:rPr kumimoji="0" lang="en-US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</a:t>
            </a:r>
            <a:r>
              <a:rPr kumimoji="0" lang="en-US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up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Empowering others through education is the highest investment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should be a force for public good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with the world, but stay deeply rooted in your country</a:t>
            </a:r>
            <a:endParaRPr kumimoji="0" lang="en-US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0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8471" y="0"/>
            <a:ext cx="2319524" cy="10286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36823" y="0"/>
            <a:ext cx="128015" cy="944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902208"/>
            <a:ext cx="5638800" cy="14980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71270" y="924266"/>
            <a:ext cx="9701530" cy="1016509"/>
          </a:xfrm>
          <a:prstGeom prst="rect">
            <a:avLst/>
          </a:prstGeom>
        </p:spPr>
        <p:txBody>
          <a:bodyPr vert="horz" wrap="square" lIns="0" tIns="397078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Final Reflections</a:t>
            </a:r>
            <a:endParaRPr spc="-135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676400" y="1998256"/>
            <a:ext cx="12541885" cy="8249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build with integrity and vision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like nationalization test your resilience — don’t </a:t>
            </a:r>
            <a:r>
              <a:rPr kumimoji="0" lang="en-US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up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Empowering others through education is the highest investment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should be a force for public good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with the world, but stay deeply rooted in your country</a:t>
            </a:r>
            <a:endParaRPr kumimoji="0" lang="en-US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182880" algn="l"/>
                <a:tab pos="28575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801600" cy="3316604"/>
            <a:chOff x="0" y="0"/>
            <a:chExt cx="13258800" cy="33166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7488" y="838200"/>
              <a:ext cx="8211311" cy="19659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181600" cy="33162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03546" y="1503044"/>
            <a:ext cx="69456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His Message to Us</a:t>
            </a:r>
            <a:endParaRPr spc="-140" dirty="0"/>
          </a:p>
        </p:txBody>
      </p:sp>
      <p:sp>
        <p:nvSpPr>
          <p:cNvPr id="6" name="object 6"/>
          <p:cNvSpPr txBox="1"/>
          <p:nvPr/>
        </p:nvSpPr>
        <p:spPr>
          <a:xfrm>
            <a:off x="5002924" y="7818122"/>
            <a:ext cx="9110980" cy="2305759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ctr" rtl="0">
              <a:spcBef>
                <a:spcPts val="1780"/>
              </a:spcBef>
            </a:pPr>
            <a:r>
              <a:rPr lang="en-PK" sz="4000" b="1" i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“Don’t just grow your business</a:t>
            </a:r>
            <a:r>
              <a:rPr lang="en-US" sz="4000" b="1" i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,</a:t>
            </a:r>
            <a:r>
              <a:rPr lang="en-PK" sz="4000" b="1" i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 grow your country.”</a:t>
            </a:r>
            <a:r>
              <a:rPr lang="en-PK" sz="4000" b="0" i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en-US" sz="4000" b="0" i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en-PK" sz="4000" b="0" i="1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Calibri" panose="020F0502020204030204" pitchFamily="34" charset="0"/>
              </a:rPr>
              <a:t>Syed Babar Ali</a:t>
            </a:r>
            <a:endParaRPr lang="en-PK" sz="4000" dirty="0">
              <a:effectLst/>
            </a:endParaRPr>
          </a:p>
          <a:p>
            <a:pPr marL="12700" algn="ctr">
              <a:lnSpc>
                <a:spcPct val="100000"/>
              </a:lnSpc>
              <a:spcBef>
                <a:spcPts val="1780"/>
              </a:spcBef>
            </a:pPr>
            <a:endParaRPr sz="4000" dirty="0">
              <a:latin typeface="Arial MT"/>
              <a:cs typeface="Arial MT"/>
            </a:endParaRP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CEBE9743-557B-C9B4-5252-DA8DD56BB3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0" y="2969495"/>
            <a:ext cx="10363200" cy="46832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761" y="3086176"/>
            <a:ext cx="6705600" cy="277304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603885" marR="5080" indent="-591820">
              <a:lnSpc>
                <a:spcPts val="10400"/>
              </a:lnSpc>
              <a:spcBef>
                <a:spcPts val="1030"/>
              </a:spcBef>
            </a:pPr>
            <a:r>
              <a:rPr sz="9350" b="0" spc="-750" dirty="0">
                <a:latin typeface="Microsoft Sans Serif"/>
                <a:cs typeface="Microsoft Sans Serif"/>
              </a:rPr>
              <a:t>T</a:t>
            </a:r>
            <a:r>
              <a:rPr sz="9350" b="0" spc="-745" dirty="0">
                <a:latin typeface="Microsoft Sans Serif"/>
                <a:cs typeface="Microsoft Sans Serif"/>
              </a:rPr>
              <a:t>H</a:t>
            </a:r>
            <a:r>
              <a:rPr sz="9350" b="0" spc="-750" dirty="0">
                <a:latin typeface="Microsoft Sans Serif"/>
                <a:cs typeface="Microsoft Sans Serif"/>
              </a:rPr>
              <a:t>A</a:t>
            </a:r>
            <a:r>
              <a:rPr sz="9350" b="0" spc="-745" dirty="0">
                <a:latin typeface="Microsoft Sans Serif"/>
                <a:cs typeface="Microsoft Sans Serif"/>
              </a:rPr>
              <a:t>N</a:t>
            </a:r>
            <a:r>
              <a:rPr sz="9350" b="0" spc="-750" dirty="0">
                <a:latin typeface="Microsoft Sans Serif"/>
                <a:cs typeface="Microsoft Sans Serif"/>
              </a:rPr>
              <a:t>K</a:t>
            </a:r>
            <a:r>
              <a:rPr sz="9350" b="0" dirty="0">
                <a:latin typeface="Microsoft Sans Serif"/>
                <a:cs typeface="Microsoft Sans Serif"/>
              </a:rPr>
              <a:t>S</a:t>
            </a:r>
            <a:r>
              <a:rPr sz="9350" b="0" spc="-1520" dirty="0">
                <a:latin typeface="Microsoft Sans Serif"/>
                <a:cs typeface="Microsoft Sans Serif"/>
              </a:rPr>
              <a:t> </a:t>
            </a:r>
            <a:r>
              <a:rPr sz="9350" b="0" spc="-1215" dirty="0">
                <a:latin typeface="Microsoft Sans Serif"/>
                <a:cs typeface="Microsoft Sans Serif"/>
              </a:rPr>
              <a:t>FO</a:t>
            </a:r>
            <a:r>
              <a:rPr sz="9350" b="0" spc="-25" dirty="0">
                <a:latin typeface="Microsoft Sans Serif"/>
                <a:cs typeface="Microsoft Sans Serif"/>
              </a:rPr>
              <a:t>R</a:t>
            </a:r>
            <a:r>
              <a:rPr sz="9350" b="0" spc="-819" dirty="0">
                <a:latin typeface="Microsoft Sans Serif"/>
                <a:cs typeface="Microsoft Sans Serif"/>
              </a:rPr>
              <a:t> </a:t>
            </a:r>
            <a:r>
              <a:rPr sz="9350" b="0" spc="-890" dirty="0">
                <a:latin typeface="Microsoft Sans Serif"/>
                <a:cs typeface="Microsoft Sans Serif"/>
              </a:rPr>
              <a:t>Y</a:t>
            </a:r>
            <a:r>
              <a:rPr sz="9350" b="0" spc="-900" dirty="0">
                <a:latin typeface="Microsoft Sans Serif"/>
                <a:cs typeface="Microsoft Sans Serif"/>
              </a:rPr>
              <a:t>O</a:t>
            </a:r>
            <a:r>
              <a:rPr sz="9350" b="0" spc="-885" dirty="0">
                <a:latin typeface="Microsoft Sans Serif"/>
                <a:cs typeface="Microsoft Sans Serif"/>
              </a:rPr>
              <a:t>U</a:t>
            </a:r>
            <a:r>
              <a:rPr sz="9350" b="0" dirty="0">
                <a:latin typeface="Microsoft Sans Serif"/>
                <a:cs typeface="Microsoft Sans Serif"/>
              </a:rPr>
              <a:t>R</a:t>
            </a:r>
            <a:r>
              <a:rPr sz="9350" b="0" spc="-1639" dirty="0">
                <a:latin typeface="Microsoft Sans Serif"/>
                <a:cs typeface="Microsoft Sans Serif"/>
              </a:rPr>
              <a:t> </a:t>
            </a:r>
            <a:r>
              <a:rPr sz="9350" b="0" spc="-20" dirty="0">
                <a:latin typeface="Microsoft Sans Serif"/>
                <a:cs typeface="Microsoft Sans Serif"/>
              </a:rPr>
              <a:t>TIME</a:t>
            </a:r>
            <a:endParaRPr sz="9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593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Microsoft Sans Serif</vt:lpstr>
      <vt:lpstr>Office Theme</vt:lpstr>
      <vt:lpstr>The Complete Story of Syed Babar Ali  Entrepreneur </vt:lpstr>
      <vt:lpstr>Who is syed babar ali? </vt:lpstr>
      <vt:lpstr>Introduction to National Foods</vt:lpstr>
      <vt:lpstr>Business Ventures Overview</vt:lpstr>
      <vt:lpstr>Nationalization Challenges</vt:lpstr>
      <vt:lpstr>Founding of LUMS</vt:lpstr>
      <vt:lpstr>Awards &amp; Global Recognition</vt:lpstr>
      <vt:lpstr>Legacy Across Four Domains</vt:lpstr>
      <vt:lpstr>Final Reflections – His Message to Us</vt:lpstr>
      <vt:lpstr>Final Reflections</vt:lpstr>
      <vt:lpstr>His Message to Us</vt:lpstr>
      <vt:lpstr>THANKS FOR YOUR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Rehman</cp:lastModifiedBy>
  <cp:revision>11</cp:revision>
  <dcterms:created xsi:type="dcterms:W3CDTF">2024-12-10T06:02:09Z</dcterms:created>
  <dcterms:modified xsi:type="dcterms:W3CDTF">2025-05-27T06:52:39Z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2024-12-10T00:00:00Z</vt:filetime>
  </property>
  <property fmtid="{D5CDD505-2E9C-101B-9397-08002B2CF9AE}" pid="5" name="Producer">
    <vt:lpwstr>www.ilovepdf.com</vt:lpwstr>
  </property>
</Properties>
</file>